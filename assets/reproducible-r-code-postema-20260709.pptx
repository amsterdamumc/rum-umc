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69" r:id="rId3"/>
    <p:sldId id="258" r:id="rId4"/>
    <p:sldId id="270" r:id="rId5"/>
    <p:sldId id="275" r:id="rId6"/>
    <p:sldId id="271" r:id="rId7"/>
    <p:sldId id="260" r:id="rId8"/>
    <p:sldId id="262" r:id="rId9"/>
    <p:sldId id="263" r:id="rId10"/>
    <p:sldId id="264" r:id="rId11"/>
    <p:sldId id="265" r:id="rId12"/>
    <p:sldId id="267" r:id="rId13"/>
    <p:sldId id="272" r:id="rId14"/>
    <p:sldId id="266" r:id="rId15"/>
    <p:sldId id="268" r:id="rId16"/>
    <p:sldId id="273" r:id="rId17"/>
    <p:sldId id="257" r:id="rId18"/>
    <p:sldId id="274" r:id="rId19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2A7830-BA12-4106-B14C-3380A272555A}" v="76" dt="2026-07-09T07:51:02.2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>
        <p:scale>
          <a:sx n="66" d="100"/>
          <a:sy n="66" d="100"/>
        </p:scale>
        <p:origin x="1238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stema, M.C. (Merel)" userId="c7407f7c-b247-41a1-8471-df11adf1660a" providerId="ADAL" clId="{34F81E06-AE11-44AF-B1D9-7D13A23ACA52}"/>
    <pc:docChg chg="undo custSel addSld delSld modSld sldOrd">
      <pc:chgData name="Postema, M.C. (Merel)" userId="c7407f7c-b247-41a1-8471-df11adf1660a" providerId="ADAL" clId="{34F81E06-AE11-44AF-B1D9-7D13A23ACA52}" dt="2026-07-09T07:59:15.176" v="2943" actId="47"/>
      <pc:docMkLst>
        <pc:docMk/>
      </pc:docMkLst>
      <pc:sldChg chg="modSp mod">
        <pc:chgData name="Postema, M.C. (Merel)" userId="c7407f7c-b247-41a1-8471-df11adf1660a" providerId="ADAL" clId="{34F81E06-AE11-44AF-B1D9-7D13A23ACA52}" dt="2026-07-09T07:25:53.725" v="2239" actId="20577"/>
        <pc:sldMkLst>
          <pc:docMk/>
          <pc:sldMk cId="1087721052" sldId="256"/>
        </pc:sldMkLst>
        <pc:spChg chg="mod">
          <ac:chgData name="Postema, M.C. (Merel)" userId="c7407f7c-b247-41a1-8471-df11adf1660a" providerId="ADAL" clId="{34F81E06-AE11-44AF-B1D9-7D13A23ACA52}" dt="2026-07-09T07:25:53.725" v="2239" actId="20577"/>
          <ac:spMkLst>
            <pc:docMk/>
            <pc:sldMk cId="1087721052" sldId="256"/>
            <ac:spMk id="3" creationId="{D8446AC2-560F-0492-9D20-F5B00A2ED66C}"/>
          </ac:spMkLst>
        </pc:spChg>
      </pc:sldChg>
      <pc:sldChg chg="addSp delSp modSp mod ord modNotesTx">
        <pc:chgData name="Postema, M.C. (Merel)" userId="c7407f7c-b247-41a1-8471-df11adf1660a" providerId="ADAL" clId="{34F81E06-AE11-44AF-B1D9-7D13A23ACA52}" dt="2026-07-09T07:20:11.722" v="2051" actId="20577"/>
        <pc:sldMkLst>
          <pc:docMk/>
          <pc:sldMk cId="3300639548" sldId="257"/>
        </pc:sldMkLst>
        <pc:spChg chg="mod">
          <ac:chgData name="Postema, M.C. (Merel)" userId="c7407f7c-b247-41a1-8471-df11adf1660a" providerId="ADAL" clId="{34F81E06-AE11-44AF-B1D9-7D13A23ACA52}" dt="2026-07-09T06:23:50.076" v="30" actId="20577"/>
          <ac:spMkLst>
            <pc:docMk/>
            <pc:sldMk cId="3300639548" sldId="257"/>
            <ac:spMk id="2" creationId="{AE85E5DC-CC8F-17EA-11F0-8083F6413B11}"/>
          </ac:spMkLst>
        </pc:spChg>
        <pc:spChg chg="del mod">
          <ac:chgData name="Postema, M.C. (Merel)" userId="c7407f7c-b247-41a1-8471-df11adf1660a" providerId="ADAL" clId="{34F81E06-AE11-44AF-B1D9-7D13A23ACA52}" dt="2026-07-09T06:23:57.130" v="33"/>
          <ac:spMkLst>
            <pc:docMk/>
            <pc:sldMk cId="3300639548" sldId="257"/>
            <ac:spMk id="3" creationId="{1A3E7BA7-F91D-B795-6178-07D411C3D30D}"/>
          </ac:spMkLst>
        </pc:spChg>
        <pc:spChg chg="add del">
          <ac:chgData name="Postema, M.C. (Merel)" userId="c7407f7c-b247-41a1-8471-df11adf1660a" providerId="ADAL" clId="{34F81E06-AE11-44AF-B1D9-7D13A23ACA52}" dt="2026-07-09T06:24:01.292" v="34" actId="478"/>
          <ac:spMkLst>
            <pc:docMk/>
            <pc:sldMk cId="3300639548" sldId="257"/>
            <ac:spMk id="4" creationId="{90307B5F-0296-42ED-66CE-0335BA211D2C}"/>
          </ac:spMkLst>
        </pc:spChg>
        <pc:spChg chg="add mod">
          <ac:chgData name="Postema, M.C. (Merel)" userId="c7407f7c-b247-41a1-8471-df11adf1660a" providerId="ADAL" clId="{34F81E06-AE11-44AF-B1D9-7D13A23ACA52}" dt="2026-07-09T07:20:01.314" v="1920" actId="1076"/>
          <ac:spMkLst>
            <pc:docMk/>
            <pc:sldMk cId="3300639548" sldId="257"/>
            <ac:spMk id="5" creationId="{E6878572-7545-034D-1CE0-147F67946B72}"/>
          </ac:spMkLst>
        </pc:spChg>
      </pc:sldChg>
      <pc:sldChg chg="addSp delSp modSp new mod ord setBg modNotesTx">
        <pc:chgData name="Postema, M.C. (Merel)" userId="c7407f7c-b247-41a1-8471-df11adf1660a" providerId="ADAL" clId="{34F81E06-AE11-44AF-B1D9-7D13A23ACA52}" dt="2026-07-09T07:53:33.816" v="2942" actId="113"/>
        <pc:sldMkLst>
          <pc:docMk/>
          <pc:sldMk cId="2379819393" sldId="258"/>
        </pc:sldMkLst>
        <pc:spChg chg="mod">
          <ac:chgData name="Postema, M.C. (Merel)" userId="c7407f7c-b247-41a1-8471-df11adf1660a" providerId="ADAL" clId="{34F81E06-AE11-44AF-B1D9-7D13A23ACA52}" dt="2026-07-09T07:43:58.102" v="2797" actId="26606"/>
          <ac:spMkLst>
            <pc:docMk/>
            <pc:sldMk cId="2379819393" sldId="258"/>
            <ac:spMk id="2" creationId="{02F45252-7D3E-5AAC-A1E8-0F1A9D051ACB}"/>
          </ac:spMkLst>
        </pc:spChg>
        <pc:spChg chg="mod">
          <ac:chgData name="Postema, M.C. (Merel)" userId="c7407f7c-b247-41a1-8471-df11adf1660a" providerId="ADAL" clId="{34F81E06-AE11-44AF-B1D9-7D13A23ACA52}" dt="2026-07-09T07:53:33.816" v="2942" actId="113"/>
          <ac:spMkLst>
            <pc:docMk/>
            <pc:sldMk cId="2379819393" sldId="258"/>
            <ac:spMk id="3" creationId="{B79F53A4-25DD-4A5E-9766-8A4F9C94764A}"/>
          </ac:spMkLst>
        </pc:spChg>
        <pc:spChg chg="add">
          <ac:chgData name="Postema, M.C. (Merel)" userId="c7407f7c-b247-41a1-8471-df11adf1660a" providerId="ADAL" clId="{34F81E06-AE11-44AF-B1D9-7D13A23ACA52}" dt="2026-07-09T07:47:27.937" v="2802"/>
          <ac:spMkLst>
            <pc:docMk/>
            <pc:sldMk cId="2379819393" sldId="258"/>
            <ac:spMk id="4" creationId="{DEB88175-67C4-CF1C-5FED-A7E0C77ED942}"/>
          </ac:spMkLst>
        </pc:spChg>
        <pc:spChg chg="add del mod">
          <ac:chgData name="Postema, M.C. (Merel)" userId="c7407f7c-b247-41a1-8471-df11adf1660a" providerId="ADAL" clId="{34F81E06-AE11-44AF-B1D9-7D13A23ACA52}" dt="2026-07-09T07:48:16.112" v="2820" actId="478"/>
          <ac:spMkLst>
            <pc:docMk/>
            <pc:sldMk cId="2379819393" sldId="258"/>
            <ac:spMk id="5" creationId="{C4E7D020-B6DD-948F-2659-97FB439E0913}"/>
          </ac:spMkLst>
        </pc:spChg>
        <pc:spChg chg="add">
          <ac:chgData name="Postema, M.C. (Merel)" userId="c7407f7c-b247-41a1-8471-df11adf1660a" providerId="ADAL" clId="{34F81E06-AE11-44AF-B1D9-7D13A23ACA52}" dt="2026-07-09T07:47:35.746" v="2804"/>
          <ac:spMkLst>
            <pc:docMk/>
            <pc:sldMk cId="2379819393" sldId="258"/>
            <ac:spMk id="6" creationId="{3CF78F0A-AE8D-2CB6-C200-B2675643655B}"/>
          </ac:spMkLst>
        </pc:spChg>
        <pc:spChg chg="add">
          <ac:chgData name="Postema, M.C. (Merel)" userId="c7407f7c-b247-41a1-8471-df11adf1660a" providerId="ADAL" clId="{34F81E06-AE11-44AF-B1D9-7D13A23ACA52}" dt="2026-07-09T07:47:37.230" v="2805"/>
          <ac:spMkLst>
            <pc:docMk/>
            <pc:sldMk cId="2379819393" sldId="258"/>
            <ac:spMk id="7" creationId="{FDB64CF4-EED2-6F60-C6D5-310D97ED14CC}"/>
          </ac:spMkLst>
        </pc:spChg>
        <pc:spChg chg="add del">
          <ac:chgData name="Postema, M.C. (Merel)" userId="c7407f7c-b247-41a1-8471-df11adf1660a" providerId="ADAL" clId="{34F81E06-AE11-44AF-B1D9-7D13A23ACA52}" dt="2026-07-09T07:43:58.102" v="2797" actId="26606"/>
          <ac:spMkLst>
            <pc:docMk/>
            <pc:sldMk cId="2379819393" sldId="258"/>
            <ac:spMk id="8" creationId="{907EF6B7-1338-4443-8C46-6A318D952DFD}"/>
          </ac:spMkLst>
        </pc:spChg>
        <pc:spChg chg="add">
          <ac:chgData name="Postema, M.C. (Merel)" userId="c7407f7c-b247-41a1-8471-df11adf1660a" providerId="ADAL" clId="{34F81E06-AE11-44AF-B1D9-7D13A23ACA52}" dt="2026-07-09T07:47:39.807" v="2807"/>
          <ac:spMkLst>
            <pc:docMk/>
            <pc:sldMk cId="2379819393" sldId="258"/>
            <ac:spMk id="9" creationId="{EF4C2324-D973-DCEF-4F89-DAD43211DB15}"/>
          </ac:spMkLst>
        </pc:spChg>
        <pc:spChg chg="add del">
          <ac:chgData name="Postema, M.C. (Merel)" userId="c7407f7c-b247-41a1-8471-df11adf1660a" providerId="ADAL" clId="{34F81E06-AE11-44AF-B1D9-7D13A23ACA52}" dt="2026-07-09T07:43:58.102" v="2797" actId="26606"/>
          <ac:spMkLst>
            <pc:docMk/>
            <pc:sldMk cId="2379819393" sldId="258"/>
            <ac:spMk id="10" creationId="{DAAE4CDD-124C-4DCF-9584-B6033B545DD5}"/>
          </ac:spMkLst>
        </pc:spChg>
        <pc:spChg chg="add">
          <ac:chgData name="Postema, M.C. (Merel)" userId="c7407f7c-b247-41a1-8471-df11adf1660a" providerId="ADAL" clId="{34F81E06-AE11-44AF-B1D9-7D13A23ACA52}" dt="2026-07-09T07:47:41.727" v="2808"/>
          <ac:spMkLst>
            <pc:docMk/>
            <pc:sldMk cId="2379819393" sldId="258"/>
            <ac:spMk id="11" creationId="{93FDA994-6E10-23FB-C96D-CF123A383AE0}"/>
          </ac:spMkLst>
        </pc:spChg>
        <pc:spChg chg="add del">
          <ac:chgData name="Postema, M.C. (Merel)" userId="c7407f7c-b247-41a1-8471-df11adf1660a" providerId="ADAL" clId="{34F81E06-AE11-44AF-B1D9-7D13A23ACA52}" dt="2026-07-09T07:43:58.102" v="2797" actId="26606"/>
          <ac:spMkLst>
            <pc:docMk/>
            <pc:sldMk cId="2379819393" sldId="258"/>
            <ac:spMk id="12" creationId="{081E4A58-353D-44AE-B2FC-2A74E2E400F7}"/>
          </ac:spMkLst>
        </pc:spChg>
        <pc:spChg chg="add">
          <ac:chgData name="Postema, M.C. (Merel)" userId="c7407f7c-b247-41a1-8471-df11adf1660a" providerId="ADAL" clId="{34F81E06-AE11-44AF-B1D9-7D13A23ACA52}" dt="2026-07-09T07:49:27.209" v="2821"/>
          <ac:spMkLst>
            <pc:docMk/>
            <pc:sldMk cId="2379819393" sldId="258"/>
            <ac:spMk id="13" creationId="{F13C32DA-63A4-C672-9F80-157A1B9A43BA}"/>
          </ac:spMkLst>
        </pc:spChg>
        <pc:spChg chg="add del mod">
          <ac:chgData name="Postema, M.C. (Merel)" userId="c7407f7c-b247-41a1-8471-df11adf1660a" providerId="ADAL" clId="{34F81E06-AE11-44AF-B1D9-7D13A23ACA52}" dt="2026-07-09T07:51:08.385" v="2877" actId="478"/>
          <ac:spMkLst>
            <pc:docMk/>
            <pc:sldMk cId="2379819393" sldId="258"/>
            <ac:spMk id="14" creationId="{338FDE70-830A-D96A-8E5D-33778C88D637}"/>
          </ac:spMkLst>
        </pc:spChg>
        <pc:spChg chg="add">
          <ac:chgData name="Postema, M.C. (Merel)" userId="c7407f7c-b247-41a1-8471-df11adf1660a" providerId="ADAL" clId="{34F81E06-AE11-44AF-B1D9-7D13A23ACA52}" dt="2026-07-09T07:49:37.238" v="2823"/>
          <ac:spMkLst>
            <pc:docMk/>
            <pc:sldMk cId="2379819393" sldId="258"/>
            <ac:spMk id="15" creationId="{3CB5CD4A-818C-BBE4-1078-843C5AB83F8E}"/>
          </ac:spMkLst>
        </pc:spChg>
        <pc:spChg chg="add">
          <ac:chgData name="Postema, M.C. (Merel)" userId="c7407f7c-b247-41a1-8471-df11adf1660a" providerId="ADAL" clId="{34F81E06-AE11-44AF-B1D9-7D13A23ACA52}" dt="2026-07-09T07:49:39.416" v="2825"/>
          <ac:spMkLst>
            <pc:docMk/>
            <pc:sldMk cId="2379819393" sldId="258"/>
            <ac:spMk id="16" creationId="{C81F764F-C698-06D4-DC5C-A00652486BEF}"/>
          </ac:spMkLst>
        </pc:spChg>
      </pc:sldChg>
      <pc:sldChg chg="modSp new del mod">
        <pc:chgData name="Postema, M.C. (Merel)" userId="c7407f7c-b247-41a1-8471-df11adf1660a" providerId="ADAL" clId="{34F81E06-AE11-44AF-B1D9-7D13A23ACA52}" dt="2026-07-09T07:59:15.176" v="2943" actId="47"/>
        <pc:sldMkLst>
          <pc:docMk/>
          <pc:sldMk cId="3208908540" sldId="259"/>
        </pc:sldMkLst>
        <pc:spChg chg="mod">
          <ac:chgData name="Postema, M.C. (Merel)" userId="c7407f7c-b247-41a1-8471-df11adf1660a" providerId="ADAL" clId="{34F81E06-AE11-44AF-B1D9-7D13A23ACA52}" dt="2026-07-09T06:26:08.203" v="116" actId="20577"/>
          <ac:spMkLst>
            <pc:docMk/>
            <pc:sldMk cId="3208908540" sldId="259"/>
            <ac:spMk id="2" creationId="{DAE0D334-2313-8B73-1536-9ADF8CA09FCF}"/>
          </ac:spMkLst>
        </pc:spChg>
        <pc:spChg chg="mod">
          <ac:chgData name="Postema, M.C. (Merel)" userId="c7407f7c-b247-41a1-8471-df11adf1660a" providerId="ADAL" clId="{34F81E06-AE11-44AF-B1D9-7D13A23ACA52}" dt="2026-07-09T07:37:27.303" v="2777" actId="15"/>
          <ac:spMkLst>
            <pc:docMk/>
            <pc:sldMk cId="3208908540" sldId="259"/>
            <ac:spMk id="3" creationId="{0886847A-3875-5600-1EC9-3941BC1E0D68}"/>
          </ac:spMkLst>
        </pc:spChg>
      </pc:sldChg>
      <pc:sldChg chg="addSp delSp modSp new mod">
        <pc:chgData name="Postema, M.C. (Merel)" userId="c7407f7c-b247-41a1-8471-df11adf1660a" providerId="ADAL" clId="{34F81E06-AE11-44AF-B1D9-7D13A23ACA52}" dt="2026-07-09T07:21:02.615" v="2086" actId="20577"/>
        <pc:sldMkLst>
          <pc:docMk/>
          <pc:sldMk cId="1977054097" sldId="260"/>
        </pc:sldMkLst>
        <pc:spChg chg="mod">
          <ac:chgData name="Postema, M.C. (Merel)" userId="c7407f7c-b247-41a1-8471-df11adf1660a" providerId="ADAL" clId="{34F81E06-AE11-44AF-B1D9-7D13A23ACA52}" dt="2026-07-09T07:12:21.498" v="1664" actId="20577"/>
          <ac:spMkLst>
            <pc:docMk/>
            <pc:sldMk cId="1977054097" sldId="260"/>
            <ac:spMk id="2" creationId="{93ABA6B4-EBAA-0B62-B426-3695A9F4B200}"/>
          </ac:spMkLst>
        </pc:spChg>
        <pc:spChg chg="del mod">
          <ac:chgData name="Postema, M.C. (Merel)" userId="c7407f7c-b247-41a1-8471-df11adf1660a" providerId="ADAL" clId="{34F81E06-AE11-44AF-B1D9-7D13A23ACA52}" dt="2026-07-09T06:27:15.890" v="122" actId="22"/>
          <ac:spMkLst>
            <pc:docMk/>
            <pc:sldMk cId="1977054097" sldId="260"/>
            <ac:spMk id="3" creationId="{C3483EBC-4601-6491-08B0-9CC2793D69A1}"/>
          </ac:spMkLst>
        </pc:spChg>
        <pc:spChg chg="add">
          <ac:chgData name="Postema, M.C. (Merel)" userId="c7407f7c-b247-41a1-8471-df11adf1660a" providerId="ADAL" clId="{34F81E06-AE11-44AF-B1D9-7D13A23ACA52}" dt="2026-07-09T06:27:48.065" v="150"/>
          <ac:spMkLst>
            <pc:docMk/>
            <pc:sldMk cId="1977054097" sldId="260"/>
            <ac:spMk id="6" creationId="{76EA4379-B2FF-9F49-1B27-2EA23E9DD582}"/>
          </ac:spMkLst>
        </pc:spChg>
        <pc:spChg chg="add mod">
          <ac:chgData name="Postema, M.C. (Merel)" userId="c7407f7c-b247-41a1-8471-df11adf1660a" providerId="ADAL" clId="{34F81E06-AE11-44AF-B1D9-7D13A23ACA52}" dt="2026-07-09T06:35:12.479" v="569" actId="20577"/>
          <ac:spMkLst>
            <pc:docMk/>
            <pc:sldMk cId="1977054097" sldId="260"/>
            <ac:spMk id="7" creationId="{ADCF5965-EEAF-810E-44B9-378770F68650}"/>
          </ac:spMkLst>
        </pc:spChg>
        <pc:spChg chg="add">
          <ac:chgData name="Postema, M.C. (Merel)" userId="c7407f7c-b247-41a1-8471-df11adf1660a" providerId="ADAL" clId="{34F81E06-AE11-44AF-B1D9-7D13A23ACA52}" dt="2026-07-09T06:27:52.754" v="152"/>
          <ac:spMkLst>
            <pc:docMk/>
            <pc:sldMk cId="1977054097" sldId="260"/>
            <ac:spMk id="8" creationId="{6E0DFC7E-C1F8-8B53-E2BF-78B39E408A8E}"/>
          </ac:spMkLst>
        </pc:spChg>
        <pc:spChg chg="add">
          <ac:chgData name="Postema, M.C. (Merel)" userId="c7407f7c-b247-41a1-8471-df11adf1660a" providerId="ADAL" clId="{34F81E06-AE11-44AF-B1D9-7D13A23ACA52}" dt="2026-07-09T06:27:54.157" v="153"/>
          <ac:spMkLst>
            <pc:docMk/>
            <pc:sldMk cId="1977054097" sldId="260"/>
            <ac:spMk id="9" creationId="{48543AE5-768D-C840-100F-BD0B341810F1}"/>
          </ac:spMkLst>
        </pc:spChg>
        <pc:spChg chg="add del mod">
          <ac:chgData name="Postema, M.C. (Merel)" userId="c7407f7c-b247-41a1-8471-df11adf1660a" providerId="ADAL" clId="{34F81E06-AE11-44AF-B1D9-7D13A23ACA52}" dt="2026-07-09T06:31:04.442" v="322" actId="478"/>
          <ac:spMkLst>
            <pc:docMk/>
            <pc:sldMk cId="1977054097" sldId="260"/>
            <ac:spMk id="11" creationId="{4479D639-2DE3-09D2-9D2A-DD0A63EFD505}"/>
          </ac:spMkLst>
        </pc:spChg>
        <pc:spChg chg="add mod">
          <ac:chgData name="Postema, M.C. (Merel)" userId="c7407f7c-b247-41a1-8471-df11adf1660a" providerId="ADAL" clId="{34F81E06-AE11-44AF-B1D9-7D13A23ACA52}" dt="2026-07-09T07:21:02.615" v="2086" actId="20577"/>
          <ac:spMkLst>
            <pc:docMk/>
            <pc:sldMk cId="1977054097" sldId="260"/>
            <ac:spMk id="15" creationId="{D4DC317B-21F9-64DC-61F7-7A6B57900639}"/>
          </ac:spMkLst>
        </pc:spChg>
        <pc:picChg chg="add del mod ord">
          <ac:chgData name="Postema, M.C. (Merel)" userId="c7407f7c-b247-41a1-8471-df11adf1660a" providerId="ADAL" clId="{34F81E06-AE11-44AF-B1D9-7D13A23ACA52}" dt="2026-07-09T06:30:57.303" v="319" actId="478"/>
          <ac:picMkLst>
            <pc:docMk/>
            <pc:sldMk cId="1977054097" sldId="260"/>
            <ac:picMk id="5" creationId="{E7583B34-020F-29E9-941B-985450168019}"/>
          </ac:picMkLst>
        </pc:picChg>
        <pc:picChg chg="add mod">
          <ac:chgData name="Postema, M.C. (Merel)" userId="c7407f7c-b247-41a1-8471-df11adf1660a" providerId="ADAL" clId="{34F81E06-AE11-44AF-B1D9-7D13A23ACA52}" dt="2026-07-09T06:31:08.742" v="324" actId="1076"/>
          <ac:picMkLst>
            <pc:docMk/>
            <pc:sldMk cId="1977054097" sldId="260"/>
            <ac:picMk id="13" creationId="{D9F8C28B-9756-1FEE-D6CF-0CBA72769626}"/>
          </ac:picMkLst>
        </pc:picChg>
        <pc:picChg chg="add mod">
          <ac:chgData name="Postema, M.C. (Merel)" userId="c7407f7c-b247-41a1-8471-df11adf1660a" providerId="ADAL" clId="{34F81E06-AE11-44AF-B1D9-7D13A23ACA52}" dt="2026-07-09T07:12:24.690" v="1665" actId="1076"/>
          <ac:picMkLst>
            <pc:docMk/>
            <pc:sldMk cId="1977054097" sldId="260"/>
            <ac:picMk id="17" creationId="{07744B5C-7A1F-E068-03E4-180940F4579E}"/>
          </ac:picMkLst>
        </pc:picChg>
      </pc:sldChg>
      <pc:sldChg chg="addSp delSp modSp new del mod">
        <pc:chgData name="Postema, M.C. (Merel)" userId="c7407f7c-b247-41a1-8471-df11adf1660a" providerId="ADAL" clId="{34F81E06-AE11-44AF-B1D9-7D13A23ACA52}" dt="2026-07-09T06:33:49.254" v="466" actId="47"/>
        <pc:sldMkLst>
          <pc:docMk/>
          <pc:sldMk cId="3684685677" sldId="261"/>
        </pc:sldMkLst>
        <pc:spChg chg="mod">
          <ac:chgData name="Postema, M.C. (Merel)" userId="c7407f7c-b247-41a1-8471-df11adf1660a" providerId="ADAL" clId="{34F81E06-AE11-44AF-B1D9-7D13A23ACA52}" dt="2026-07-09T06:32:02.739" v="366" actId="20577"/>
          <ac:spMkLst>
            <pc:docMk/>
            <pc:sldMk cId="3684685677" sldId="261"/>
            <ac:spMk id="2" creationId="{B197872C-1DD0-AC52-F6D5-E39477D7B3F0}"/>
          </ac:spMkLst>
        </pc:spChg>
        <pc:spChg chg="del mod">
          <ac:chgData name="Postema, M.C. (Merel)" userId="c7407f7c-b247-41a1-8471-df11adf1660a" providerId="ADAL" clId="{34F81E06-AE11-44AF-B1D9-7D13A23ACA52}" dt="2026-07-09T06:33:18.087" v="456"/>
          <ac:spMkLst>
            <pc:docMk/>
            <pc:sldMk cId="3684685677" sldId="261"/>
            <ac:spMk id="3" creationId="{B2BEC7D9-2645-78ED-CC49-9978CA14DD8E}"/>
          </ac:spMkLst>
        </pc:spChg>
        <pc:spChg chg="add mod">
          <ac:chgData name="Postema, M.C. (Merel)" userId="c7407f7c-b247-41a1-8471-df11adf1660a" providerId="ADAL" clId="{34F81E06-AE11-44AF-B1D9-7D13A23ACA52}" dt="2026-07-09T06:33:35.024" v="463" actId="12"/>
          <ac:spMkLst>
            <pc:docMk/>
            <pc:sldMk cId="3684685677" sldId="261"/>
            <ac:spMk id="4" creationId="{4D23933E-BBD6-D4D0-3A13-C0BDB370A1A0}"/>
          </ac:spMkLst>
        </pc:spChg>
      </pc:sldChg>
      <pc:sldChg chg="addSp modSp new mod">
        <pc:chgData name="Postema, M.C. (Merel)" userId="c7407f7c-b247-41a1-8471-df11adf1660a" providerId="ADAL" clId="{34F81E06-AE11-44AF-B1D9-7D13A23ACA52}" dt="2026-07-09T07:01:04.975" v="1403" actId="20577"/>
        <pc:sldMkLst>
          <pc:docMk/>
          <pc:sldMk cId="814072979" sldId="262"/>
        </pc:sldMkLst>
        <pc:spChg chg="mod">
          <ac:chgData name="Postema, M.C. (Merel)" userId="c7407f7c-b247-41a1-8471-df11adf1660a" providerId="ADAL" clId="{34F81E06-AE11-44AF-B1D9-7D13A23ACA52}" dt="2026-07-09T07:01:04.975" v="1403" actId="20577"/>
          <ac:spMkLst>
            <pc:docMk/>
            <pc:sldMk cId="814072979" sldId="262"/>
            <ac:spMk id="2" creationId="{E86CEFE8-F80A-419C-659A-28D4D6C8C1FE}"/>
          </ac:spMkLst>
        </pc:spChg>
        <pc:spChg chg="mod">
          <ac:chgData name="Postema, M.C. (Merel)" userId="c7407f7c-b247-41a1-8471-df11adf1660a" providerId="ADAL" clId="{34F81E06-AE11-44AF-B1D9-7D13A23ACA52}" dt="2026-07-09T06:32:42.945" v="381" actId="12"/>
          <ac:spMkLst>
            <pc:docMk/>
            <pc:sldMk cId="814072979" sldId="262"/>
            <ac:spMk id="3" creationId="{AD07C4F4-60EA-B855-6085-C6FFDB355847}"/>
          </ac:spMkLst>
        </pc:spChg>
        <pc:spChg chg="mod">
          <ac:chgData name="Postema, M.C. (Merel)" userId="c7407f7c-b247-41a1-8471-df11adf1660a" providerId="ADAL" clId="{34F81E06-AE11-44AF-B1D9-7D13A23ACA52}" dt="2026-07-09T06:32:33.724" v="379" actId="12"/>
          <ac:spMkLst>
            <pc:docMk/>
            <pc:sldMk cId="814072979" sldId="262"/>
            <ac:spMk id="4" creationId="{C5BB3305-C020-29EF-8023-A016A57F29EC}"/>
          </ac:spMkLst>
        </pc:spChg>
        <pc:spChg chg="add">
          <ac:chgData name="Postema, M.C. (Merel)" userId="c7407f7c-b247-41a1-8471-df11adf1660a" providerId="ADAL" clId="{34F81E06-AE11-44AF-B1D9-7D13A23ACA52}" dt="2026-07-09T06:33:15.674" v="455"/>
          <ac:spMkLst>
            <pc:docMk/>
            <pc:sldMk cId="814072979" sldId="262"/>
            <ac:spMk id="5" creationId="{F5977806-CBAA-79BD-EDD9-5B8EEF089D32}"/>
          </ac:spMkLst>
        </pc:spChg>
        <pc:spChg chg="add mod">
          <ac:chgData name="Postema, M.C. (Merel)" userId="c7407f7c-b247-41a1-8471-df11adf1660a" providerId="ADAL" clId="{34F81E06-AE11-44AF-B1D9-7D13A23ACA52}" dt="2026-07-09T06:34:40.500" v="542" actId="20577"/>
          <ac:spMkLst>
            <pc:docMk/>
            <pc:sldMk cId="814072979" sldId="262"/>
            <ac:spMk id="6" creationId="{4F544115-167F-0698-139B-8AD8028B2E9A}"/>
          </ac:spMkLst>
        </pc:spChg>
      </pc:sldChg>
      <pc:sldChg chg="addSp modSp new mod">
        <pc:chgData name="Postema, M.C. (Merel)" userId="c7407f7c-b247-41a1-8471-df11adf1660a" providerId="ADAL" clId="{34F81E06-AE11-44AF-B1D9-7D13A23ACA52}" dt="2026-07-09T06:38:17.307" v="654" actId="1076"/>
        <pc:sldMkLst>
          <pc:docMk/>
          <pc:sldMk cId="2191426033" sldId="263"/>
        </pc:sldMkLst>
        <pc:spChg chg="mod">
          <ac:chgData name="Postema, M.C. (Merel)" userId="c7407f7c-b247-41a1-8471-df11adf1660a" providerId="ADAL" clId="{34F81E06-AE11-44AF-B1D9-7D13A23ACA52}" dt="2026-07-09T06:37:14.195" v="617" actId="20577"/>
          <ac:spMkLst>
            <pc:docMk/>
            <pc:sldMk cId="2191426033" sldId="263"/>
            <ac:spMk id="2" creationId="{6CD926EC-FDF2-8D5D-B781-AF8C62784055}"/>
          </ac:spMkLst>
        </pc:spChg>
        <pc:spChg chg="mod">
          <ac:chgData name="Postema, M.C. (Merel)" userId="c7407f7c-b247-41a1-8471-df11adf1660a" providerId="ADAL" clId="{34F81E06-AE11-44AF-B1D9-7D13A23ACA52}" dt="2026-07-09T06:38:08.438" v="649"/>
          <ac:spMkLst>
            <pc:docMk/>
            <pc:sldMk cId="2191426033" sldId="263"/>
            <ac:spMk id="3" creationId="{1047D134-0873-B936-A926-50902D4A3A06}"/>
          </ac:spMkLst>
        </pc:spChg>
        <pc:spChg chg="add mod">
          <ac:chgData name="Postema, M.C. (Merel)" userId="c7407f7c-b247-41a1-8471-df11adf1660a" providerId="ADAL" clId="{34F81E06-AE11-44AF-B1D9-7D13A23ACA52}" dt="2026-07-09T06:38:17.307" v="654" actId="1076"/>
          <ac:spMkLst>
            <pc:docMk/>
            <pc:sldMk cId="2191426033" sldId="263"/>
            <ac:spMk id="9" creationId="{9B537A03-D5BA-4BDD-2CB0-0A1903D5750D}"/>
          </ac:spMkLst>
        </pc:spChg>
        <pc:picChg chg="add mod">
          <ac:chgData name="Postema, M.C. (Merel)" userId="c7407f7c-b247-41a1-8471-df11adf1660a" providerId="ADAL" clId="{34F81E06-AE11-44AF-B1D9-7D13A23ACA52}" dt="2026-07-09T06:37:26.065" v="622" actId="1076"/>
          <ac:picMkLst>
            <pc:docMk/>
            <pc:sldMk cId="2191426033" sldId="263"/>
            <ac:picMk id="5" creationId="{70BFA75E-2DD2-C439-B119-A0A7B25B4C27}"/>
          </ac:picMkLst>
        </pc:picChg>
        <pc:picChg chg="add mod">
          <ac:chgData name="Postema, M.C. (Merel)" userId="c7407f7c-b247-41a1-8471-df11adf1660a" providerId="ADAL" clId="{34F81E06-AE11-44AF-B1D9-7D13A23ACA52}" dt="2026-07-09T06:38:01.778" v="648" actId="1076"/>
          <ac:picMkLst>
            <pc:docMk/>
            <pc:sldMk cId="2191426033" sldId="263"/>
            <ac:picMk id="7" creationId="{3491A470-C52B-9254-BB7F-70DEBE6CBC34}"/>
          </ac:picMkLst>
        </pc:picChg>
      </pc:sldChg>
      <pc:sldChg chg="new del">
        <pc:chgData name="Postema, M.C. (Merel)" userId="c7407f7c-b247-41a1-8471-df11adf1660a" providerId="ADAL" clId="{34F81E06-AE11-44AF-B1D9-7D13A23ACA52}" dt="2026-07-09T06:34:58.794" v="544" actId="47"/>
        <pc:sldMkLst>
          <pc:docMk/>
          <pc:sldMk cId="3030961879" sldId="263"/>
        </pc:sldMkLst>
      </pc:sldChg>
      <pc:sldChg chg="modSp new mod">
        <pc:chgData name="Postema, M.C. (Merel)" userId="c7407f7c-b247-41a1-8471-df11adf1660a" providerId="ADAL" clId="{34F81E06-AE11-44AF-B1D9-7D13A23ACA52}" dt="2026-07-09T07:03:38.601" v="1480" actId="20577"/>
        <pc:sldMkLst>
          <pc:docMk/>
          <pc:sldMk cId="1983620650" sldId="264"/>
        </pc:sldMkLst>
        <pc:spChg chg="mod">
          <ac:chgData name="Postema, M.C. (Merel)" userId="c7407f7c-b247-41a1-8471-df11adf1660a" providerId="ADAL" clId="{34F81E06-AE11-44AF-B1D9-7D13A23ACA52}" dt="2026-07-09T06:38:47.232" v="675" actId="20577"/>
          <ac:spMkLst>
            <pc:docMk/>
            <pc:sldMk cId="1983620650" sldId="264"/>
            <ac:spMk id="2" creationId="{1A3E0996-62AE-65F8-4B6B-F263F3C3B056}"/>
          </ac:spMkLst>
        </pc:spChg>
        <pc:spChg chg="mod">
          <ac:chgData name="Postema, M.C. (Merel)" userId="c7407f7c-b247-41a1-8471-df11adf1660a" providerId="ADAL" clId="{34F81E06-AE11-44AF-B1D9-7D13A23ACA52}" dt="2026-07-09T07:03:38.601" v="1480" actId="20577"/>
          <ac:spMkLst>
            <pc:docMk/>
            <pc:sldMk cId="1983620650" sldId="264"/>
            <ac:spMk id="3" creationId="{1107CE65-2A8B-9FB0-051C-52910E4F7A4F}"/>
          </ac:spMkLst>
        </pc:spChg>
      </pc:sldChg>
      <pc:sldChg chg="addSp modSp new mod">
        <pc:chgData name="Postema, M.C. (Merel)" userId="c7407f7c-b247-41a1-8471-df11adf1660a" providerId="ADAL" clId="{34F81E06-AE11-44AF-B1D9-7D13A23ACA52}" dt="2026-07-09T07:41:30.747" v="2795" actId="1076"/>
        <pc:sldMkLst>
          <pc:docMk/>
          <pc:sldMk cId="249127872" sldId="265"/>
        </pc:sldMkLst>
        <pc:spChg chg="mod">
          <ac:chgData name="Postema, M.C. (Merel)" userId="c7407f7c-b247-41a1-8471-df11adf1660a" providerId="ADAL" clId="{34F81E06-AE11-44AF-B1D9-7D13A23ACA52}" dt="2026-07-09T06:40:20.831" v="847" actId="20577"/>
          <ac:spMkLst>
            <pc:docMk/>
            <pc:sldMk cId="249127872" sldId="265"/>
            <ac:spMk id="2" creationId="{60C5791E-A8AF-F6D6-81CC-E804F267BC32}"/>
          </ac:spMkLst>
        </pc:spChg>
        <pc:spChg chg="mod">
          <ac:chgData name="Postema, M.C. (Merel)" userId="c7407f7c-b247-41a1-8471-df11adf1660a" providerId="ADAL" clId="{34F81E06-AE11-44AF-B1D9-7D13A23ACA52}" dt="2026-07-09T07:41:22.205" v="2794" actId="403"/>
          <ac:spMkLst>
            <pc:docMk/>
            <pc:sldMk cId="249127872" sldId="265"/>
            <ac:spMk id="3" creationId="{4EDDE7C5-E40E-F265-5007-D055BAD14FB4}"/>
          </ac:spMkLst>
        </pc:spChg>
        <pc:picChg chg="add mod">
          <ac:chgData name="Postema, M.C. (Merel)" userId="c7407f7c-b247-41a1-8471-df11adf1660a" providerId="ADAL" clId="{34F81E06-AE11-44AF-B1D9-7D13A23ACA52}" dt="2026-07-09T07:41:30.747" v="2795" actId="1076"/>
          <ac:picMkLst>
            <pc:docMk/>
            <pc:sldMk cId="249127872" sldId="265"/>
            <ac:picMk id="5" creationId="{C8E25483-AC39-9A67-4B6A-155CD3484A25}"/>
          </ac:picMkLst>
        </pc:picChg>
      </pc:sldChg>
      <pc:sldChg chg="addSp delSp modSp new mod ord">
        <pc:chgData name="Postema, M.C. (Merel)" userId="c7407f7c-b247-41a1-8471-df11adf1660a" providerId="ADAL" clId="{34F81E06-AE11-44AF-B1D9-7D13A23ACA52}" dt="2026-07-09T07:35:20.128" v="2687" actId="1076"/>
        <pc:sldMkLst>
          <pc:docMk/>
          <pc:sldMk cId="872041129" sldId="266"/>
        </pc:sldMkLst>
        <pc:spChg chg="mod">
          <ac:chgData name="Postema, M.C. (Merel)" userId="c7407f7c-b247-41a1-8471-df11adf1660a" providerId="ADAL" clId="{34F81E06-AE11-44AF-B1D9-7D13A23ACA52}" dt="2026-07-09T07:18:49.822" v="1903" actId="20577"/>
          <ac:spMkLst>
            <pc:docMk/>
            <pc:sldMk cId="872041129" sldId="266"/>
            <ac:spMk id="2" creationId="{863F2A1A-1A07-B7BF-54A9-42A08913DF4D}"/>
          </ac:spMkLst>
        </pc:spChg>
        <pc:spChg chg="del mod">
          <ac:chgData name="Postema, M.C. (Merel)" userId="c7407f7c-b247-41a1-8471-df11adf1660a" providerId="ADAL" clId="{34F81E06-AE11-44AF-B1D9-7D13A23ACA52}" dt="2026-07-09T07:18:40.667" v="1902" actId="22"/>
          <ac:spMkLst>
            <pc:docMk/>
            <pc:sldMk cId="872041129" sldId="266"/>
            <ac:spMk id="3" creationId="{16AAC7EE-CEA5-650D-3D79-70B7ED9DF025}"/>
          </ac:spMkLst>
        </pc:spChg>
        <pc:spChg chg="add mod">
          <ac:chgData name="Postema, M.C. (Merel)" userId="c7407f7c-b247-41a1-8471-df11adf1660a" providerId="ADAL" clId="{34F81E06-AE11-44AF-B1D9-7D13A23ACA52}" dt="2026-07-09T07:35:04.402" v="2684" actId="20577"/>
          <ac:spMkLst>
            <pc:docMk/>
            <pc:sldMk cId="872041129" sldId="266"/>
            <ac:spMk id="7" creationId="{30A4B97E-3BD7-30E0-A169-786539C2F931}"/>
          </ac:spMkLst>
        </pc:spChg>
        <pc:picChg chg="add mod ord">
          <ac:chgData name="Postema, M.C. (Merel)" userId="c7407f7c-b247-41a1-8471-df11adf1660a" providerId="ADAL" clId="{34F81E06-AE11-44AF-B1D9-7D13A23ACA52}" dt="2026-07-09T07:35:20.128" v="2687" actId="1076"/>
          <ac:picMkLst>
            <pc:docMk/>
            <pc:sldMk cId="872041129" sldId="266"/>
            <ac:picMk id="5" creationId="{71DF9160-8274-D9EC-6009-04029AED13A8}"/>
          </ac:picMkLst>
        </pc:picChg>
        <pc:picChg chg="add mod">
          <ac:chgData name="Postema, M.C. (Merel)" userId="c7407f7c-b247-41a1-8471-df11adf1660a" providerId="ADAL" clId="{34F81E06-AE11-44AF-B1D9-7D13A23ACA52}" dt="2026-07-09T07:35:12.750" v="2686" actId="1076"/>
          <ac:picMkLst>
            <pc:docMk/>
            <pc:sldMk cId="872041129" sldId="266"/>
            <ac:picMk id="9" creationId="{A63DF1BD-D446-8978-D4FF-E77B29D86632}"/>
          </ac:picMkLst>
        </pc:picChg>
      </pc:sldChg>
      <pc:sldChg chg="addSp delSp modSp new mod">
        <pc:chgData name="Postema, M.C. (Merel)" userId="c7407f7c-b247-41a1-8471-df11adf1660a" providerId="ADAL" clId="{34F81E06-AE11-44AF-B1D9-7D13A23ACA52}" dt="2026-07-09T06:42:26.442" v="937" actId="1076"/>
        <pc:sldMkLst>
          <pc:docMk/>
          <pc:sldMk cId="2480815604" sldId="267"/>
        </pc:sldMkLst>
        <pc:spChg chg="mod">
          <ac:chgData name="Postema, M.C. (Merel)" userId="c7407f7c-b247-41a1-8471-df11adf1660a" providerId="ADAL" clId="{34F81E06-AE11-44AF-B1D9-7D13A23ACA52}" dt="2026-07-09T06:42:17.257" v="933" actId="20577"/>
          <ac:spMkLst>
            <pc:docMk/>
            <pc:sldMk cId="2480815604" sldId="267"/>
            <ac:spMk id="2" creationId="{F10794F5-D9E4-160B-3C87-53626D0CA489}"/>
          </ac:spMkLst>
        </pc:spChg>
        <pc:spChg chg="del">
          <ac:chgData name="Postema, M.C. (Merel)" userId="c7407f7c-b247-41a1-8471-df11adf1660a" providerId="ADAL" clId="{34F81E06-AE11-44AF-B1D9-7D13A23ACA52}" dt="2026-07-09T06:42:17.836" v="934" actId="22"/>
          <ac:spMkLst>
            <pc:docMk/>
            <pc:sldMk cId="2480815604" sldId="267"/>
            <ac:spMk id="3" creationId="{9F3C6A86-5CE3-6E61-5B30-4A44FA51551E}"/>
          </ac:spMkLst>
        </pc:spChg>
        <pc:picChg chg="add mod ord">
          <ac:chgData name="Postema, M.C. (Merel)" userId="c7407f7c-b247-41a1-8471-df11adf1660a" providerId="ADAL" clId="{34F81E06-AE11-44AF-B1D9-7D13A23ACA52}" dt="2026-07-09T06:42:26.442" v="937" actId="1076"/>
          <ac:picMkLst>
            <pc:docMk/>
            <pc:sldMk cId="2480815604" sldId="267"/>
            <ac:picMk id="5" creationId="{67FF6088-4CDD-1BEE-88FF-201041E07BDE}"/>
          </ac:picMkLst>
        </pc:picChg>
      </pc:sldChg>
      <pc:sldChg chg="modSp new mod">
        <pc:chgData name="Postema, M.C. (Merel)" userId="c7407f7c-b247-41a1-8471-df11adf1660a" providerId="ADAL" clId="{34F81E06-AE11-44AF-B1D9-7D13A23ACA52}" dt="2026-07-09T06:48:23.055" v="969"/>
        <pc:sldMkLst>
          <pc:docMk/>
          <pc:sldMk cId="3799093633" sldId="268"/>
        </pc:sldMkLst>
        <pc:spChg chg="mod">
          <ac:chgData name="Postema, M.C. (Merel)" userId="c7407f7c-b247-41a1-8471-df11adf1660a" providerId="ADAL" clId="{34F81E06-AE11-44AF-B1D9-7D13A23ACA52}" dt="2026-07-09T06:48:22.025" v="968" actId="20577"/>
          <ac:spMkLst>
            <pc:docMk/>
            <pc:sldMk cId="3799093633" sldId="268"/>
            <ac:spMk id="2" creationId="{87A671D9-F89E-6515-FB4D-46CFDF87E544}"/>
          </ac:spMkLst>
        </pc:spChg>
        <pc:spChg chg="mod">
          <ac:chgData name="Postema, M.C. (Merel)" userId="c7407f7c-b247-41a1-8471-df11adf1660a" providerId="ADAL" clId="{34F81E06-AE11-44AF-B1D9-7D13A23ACA52}" dt="2026-07-09T06:48:23.055" v="969"/>
          <ac:spMkLst>
            <pc:docMk/>
            <pc:sldMk cId="3799093633" sldId="268"/>
            <ac:spMk id="3" creationId="{5EEE9D5E-04AA-B54B-AD7D-D5603CCBBABA}"/>
          </ac:spMkLst>
        </pc:spChg>
      </pc:sldChg>
      <pc:sldChg chg="addSp delSp modSp new mod">
        <pc:chgData name="Postema, M.C. (Merel)" userId="c7407f7c-b247-41a1-8471-df11adf1660a" providerId="ADAL" clId="{34F81E06-AE11-44AF-B1D9-7D13A23ACA52}" dt="2026-07-09T07:45:44.594" v="2801" actId="14100"/>
        <pc:sldMkLst>
          <pc:docMk/>
          <pc:sldMk cId="1217307966" sldId="269"/>
        </pc:sldMkLst>
        <pc:spChg chg="mod">
          <ac:chgData name="Postema, M.C. (Merel)" userId="c7407f7c-b247-41a1-8471-df11adf1660a" providerId="ADAL" clId="{34F81E06-AE11-44AF-B1D9-7D13A23ACA52}" dt="2026-07-09T06:49:57.113" v="997" actId="20577"/>
          <ac:spMkLst>
            <pc:docMk/>
            <pc:sldMk cId="1217307966" sldId="269"/>
            <ac:spMk id="2" creationId="{283672C4-ACC7-0740-463A-9C7506523182}"/>
          </ac:spMkLst>
        </pc:spChg>
        <pc:spChg chg="del mod">
          <ac:chgData name="Postema, M.C. (Merel)" userId="c7407f7c-b247-41a1-8471-df11adf1660a" providerId="ADAL" clId="{34F81E06-AE11-44AF-B1D9-7D13A23ACA52}" dt="2026-07-09T07:39:25.291" v="2781" actId="478"/>
          <ac:spMkLst>
            <pc:docMk/>
            <pc:sldMk cId="1217307966" sldId="269"/>
            <ac:spMk id="3" creationId="{9C3C9487-96D8-896F-9EF3-0DEDF877FB39}"/>
          </ac:spMkLst>
        </pc:spChg>
        <pc:spChg chg="add mod">
          <ac:chgData name="Postema, M.C. (Merel)" userId="c7407f7c-b247-41a1-8471-df11adf1660a" providerId="ADAL" clId="{34F81E06-AE11-44AF-B1D9-7D13A23ACA52}" dt="2026-07-09T06:50:53.595" v="1032" actId="1076"/>
          <ac:spMkLst>
            <pc:docMk/>
            <pc:sldMk cId="1217307966" sldId="269"/>
            <ac:spMk id="5" creationId="{8BA0DD3B-74E5-1AD5-1CEA-3291CEE57A45}"/>
          </ac:spMkLst>
        </pc:spChg>
        <pc:picChg chg="add mod">
          <ac:chgData name="Postema, M.C. (Merel)" userId="c7407f7c-b247-41a1-8471-df11adf1660a" providerId="ADAL" clId="{34F81E06-AE11-44AF-B1D9-7D13A23ACA52}" dt="2026-07-09T07:45:44.594" v="2801" actId="14100"/>
          <ac:picMkLst>
            <pc:docMk/>
            <pc:sldMk cId="1217307966" sldId="269"/>
            <ac:picMk id="7" creationId="{9B5A6ACA-C8CD-6A6A-8A0E-06F27A782035}"/>
          </ac:picMkLst>
        </pc:picChg>
      </pc:sldChg>
      <pc:sldChg chg="addSp delSp modSp new mod">
        <pc:chgData name="Postema, M.C. (Merel)" userId="c7407f7c-b247-41a1-8471-df11adf1660a" providerId="ADAL" clId="{34F81E06-AE11-44AF-B1D9-7D13A23ACA52}" dt="2026-07-09T06:57:20.021" v="1331" actId="1076"/>
        <pc:sldMkLst>
          <pc:docMk/>
          <pc:sldMk cId="2031142925" sldId="270"/>
        </pc:sldMkLst>
        <pc:spChg chg="mod">
          <ac:chgData name="Postema, M.C. (Merel)" userId="c7407f7c-b247-41a1-8471-df11adf1660a" providerId="ADAL" clId="{34F81E06-AE11-44AF-B1D9-7D13A23ACA52}" dt="2026-07-09T06:52:09.173" v="1054" actId="114"/>
          <ac:spMkLst>
            <pc:docMk/>
            <pc:sldMk cId="2031142925" sldId="270"/>
            <ac:spMk id="2" creationId="{B32C783F-6CC8-F5C7-5743-331F4E855608}"/>
          </ac:spMkLst>
        </pc:spChg>
        <pc:spChg chg="del">
          <ac:chgData name="Postema, M.C. (Merel)" userId="c7407f7c-b247-41a1-8471-df11adf1660a" providerId="ADAL" clId="{34F81E06-AE11-44AF-B1D9-7D13A23ACA52}" dt="2026-07-09T06:52:28.921" v="1055" actId="22"/>
          <ac:spMkLst>
            <pc:docMk/>
            <pc:sldMk cId="2031142925" sldId="270"/>
            <ac:spMk id="3" creationId="{CBF3E90D-51AA-F09D-2357-0284EA465B73}"/>
          </ac:spMkLst>
        </pc:spChg>
        <pc:spChg chg="add mod">
          <ac:chgData name="Postema, M.C. (Merel)" userId="c7407f7c-b247-41a1-8471-df11adf1660a" providerId="ADAL" clId="{34F81E06-AE11-44AF-B1D9-7D13A23ACA52}" dt="2026-07-09T06:54:22.949" v="1294" actId="20577"/>
          <ac:spMkLst>
            <pc:docMk/>
            <pc:sldMk cId="2031142925" sldId="270"/>
            <ac:spMk id="7" creationId="{13A8FF5F-DC43-D18B-0A88-14B73C89E225}"/>
          </ac:spMkLst>
        </pc:spChg>
        <pc:spChg chg="add del mod">
          <ac:chgData name="Postema, M.C. (Merel)" userId="c7407f7c-b247-41a1-8471-df11adf1660a" providerId="ADAL" clId="{34F81E06-AE11-44AF-B1D9-7D13A23ACA52}" dt="2026-07-09T06:57:07.625" v="1308" actId="22"/>
          <ac:spMkLst>
            <pc:docMk/>
            <pc:sldMk cId="2031142925" sldId="270"/>
            <ac:spMk id="11" creationId="{1405F921-8FAC-B6C0-0604-3FF44260A203}"/>
          </ac:spMkLst>
        </pc:spChg>
        <pc:spChg chg="add mod">
          <ac:chgData name="Postema, M.C. (Merel)" userId="c7407f7c-b247-41a1-8471-df11adf1660a" providerId="ADAL" clId="{34F81E06-AE11-44AF-B1D9-7D13A23ACA52}" dt="2026-07-09T06:57:20.021" v="1331" actId="1076"/>
          <ac:spMkLst>
            <pc:docMk/>
            <pc:sldMk cId="2031142925" sldId="270"/>
            <ac:spMk id="12" creationId="{88AA092A-1505-389E-75DE-A133166CE14F}"/>
          </ac:spMkLst>
        </pc:spChg>
        <pc:picChg chg="add del mod ord">
          <ac:chgData name="Postema, M.C. (Merel)" userId="c7407f7c-b247-41a1-8471-df11adf1660a" providerId="ADAL" clId="{34F81E06-AE11-44AF-B1D9-7D13A23ACA52}" dt="2026-07-09T06:52:37.064" v="1058" actId="478"/>
          <ac:picMkLst>
            <pc:docMk/>
            <pc:sldMk cId="2031142925" sldId="270"/>
            <ac:picMk id="5" creationId="{EF5155F0-CCFC-521F-6531-0B332471E1ED}"/>
          </ac:picMkLst>
        </pc:picChg>
        <pc:picChg chg="add mod">
          <ac:chgData name="Postema, M.C. (Merel)" userId="c7407f7c-b247-41a1-8471-df11adf1660a" providerId="ADAL" clId="{34F81E06-AE11-44AF-B1D9-7D13A23ACA52}" dt="2026-07-09T06:53:41.584" v="1181" actId="14100"/>
          <ac:picMkLst>
            <pc:docMk/>
            <pc:sldMk cId="2031142925" sldId="270"/>
            <ac:picMk id="9" creationId="{DFEE3EC1-A808-B4B5-BDA0-33DE805BA45D}"/>
          </ac:picMkLst>
        </pc:picChg>
      </pc:sldChg>
      <pc:sldChg chg="addSp delSp modSp new mod">
        <pc:chgData name="Postema, M.C. (Merel)" userId="c7407f7c-b247-41a1-8471-df11adf1660a" providerId="ADAL" clId="{34F81E06-AE11-44AF-B1D9-7D13A23ACA52}" dt="2026-07-09T07:00:09.530" v="1371" actId="1076"/>
        <pc:sldMkLst>
          <pc:docMk/>
          <pc:sldMk cId="2335963591" sldId="271"/>
        </pc:sldMkLst>
        <pc:spChg chg="mod">
          <ac:chgData name="Postema, M.C. (Merel)" userId="c7407f7c-b247-41a1-8471-df11adf1660a" providerId="ADAL" clId="{34F81E06-AE11-44AF-B1D9-7D13A23ACA52}" dt="2026-07-09T06:59:11.480" v="1368" actId="20577"/>
          <ac:spMkLst>
            <pc:docMk/>
            <pc:sldMk cId="2335963591" sldId="271"/>
            <ac:spMk id="2" creationId="{1BEF6618-9AE0-F1C5-37BE-27622954DA0D}"/>
          </ac:spMkLst>
        </pc:spChg>
        <pc:spChg chg="del">
          <ac:chgData name="Postema, M.C. (Merel)" userId="c7407f7c-b247-41a1-8471-df11adf1660a" providerId="ADAL" clId="{34F81E06-AE11-44AF-B1D9-7D13A23ACA52}" dt="2026-07-09T06:58:42.262" v="1350" actId="22"/>
          <ac:spMkLst>
            <pc:docMk/>
            <pc:sldMk cId="2335963591" sldId="271"/>
            <ac:spMk id="3" creationId="{D20E535C-FFB3-9EB7-8B7F-1D824729AEDC}"/>
          </ac:spMkLst>
        </pc:spChg>
        <pc:spChg chg="add mod">
          <ac:chgData name="Postema, M.C. (Merel)" userId="c7407f7c-b247-41a1-8471-df11adf1660a" providerId="ADAL" clId="{34F81E06-AE11-44AF-B1D9-7D13A23ACA52}" dt="2026-07-09T07:00:09.530" v="1371" actId="1076"/>
          <ac:spMkLst>
            <pc:docMk/>
            <pc:sldMk cId="2335963591" sldId="271"/>
            <ac:spMk id="7" creationId="{DB4E6AE2-1A89-6130-58E4-54C57B627D55}"/>
          </ac:spMkLst>
        </pc:spChg>
        <pc:picChg chg="add mod ord modCrop">
          <ac:chgData name="Postema, M.C. (Merel)" userId="c7407f7c-b247-41a1-8471-df11adf1660a" providerId="ADAL" clId="{34F81E06-AE11-44AF-B1D9-7D13A23ACA52}" dt="2026-07-09T06:58:57.283" v="1354" actId="1076"/>
          <ac:picMkLst>
            <pc:docMk/>
            <pc:sldMk cId="2335963591" sldId="271"/>
            <ac:picMk id="5" creationId="{216FE89B-BC7B-E71D-1A2F-FFEF4DB8278D}"/>
          </ac:picMkLst>
        </pc:picChg>
      </pc:sldChg>
      <pc:sldChg chg="addSp modSp new mod">
        <pc:chgData name="Postema, M.C. (Merel)" userId="c7407f7c-b247-41a1-8471-df11adf1660a" providerId="ADAL" clId="{34F81E06-AE11-44AF-B1D9-7D13A23ACA52}" dt="2026-07-09T07:15:05.664" v="1705" actId="20577"/>
        <pc:sldMkLst>
          <pc:docMk/>
          <pc:sldMk cId="3837976049" sldId="272"/>
        </pc:sldMkLst>
        <pc:spChg chg="mod">
          <ac:chgData name="Postema, M.C. (Merel)" userId="c7407f7c-b247-41a1-8471-df11adf1660a" providerId="ADAL" clId="{34F81E06-AE11-44AF-B1D9-7D13A23ACA52}" dt="2026-07-09T07:10:05.162" v="1618" actId="20577"/>
          <ac:spMkLst>
            <pc:docMk/>
            <pc:sldMk cId="3837976049" sldId="272"/>
            <ac:spMk id="2" creationId="{F28A35B7-FF5E-FF57-843E-1C01BD8F6013}"/>
          </ac:spMkLst>
        </pc:spChg>
        <pc:spChg chg="mod">
          <ac:chgData name="Postema, M.C. (Merel)" userId="c7407f7c-b247-41a1-8471-df11adf1660a" providerId="ADAL" clId="{34F81E06-AE11-44AF-B1D9-7D13A23ACA52}" dt="2026-07-09T07:15:05.664" v="1705" actId="20577"/>
          <ac:spMkLst>
            <pc:docMk/>
            <pc:sldMk cId="3837976049" sldId="272"/>
            <ac:spMk id="3" creationId="{30CC5B5C-36F4-56FD-9C5B-656936EA2EC3}"/>
          </ac:spMkLst>
        </pc:spChg>
        <pc:picChg chg="add mod">
          <ac:chgData name="Postema, M.C. (Merel)" userId="c7407f7c-b247-41a1-8471-df11adf1660a" providerId="ADAL" clId="{34F81E06-AE11-44AF-B1D9-7D13A23ACA52}" dt="2026-07-09T07:14:17.124" v="1667" actId="1076"/>
          <ac:picMkLst>
            <pc:docMk/>
            <pc:sldMk cId="3837976049" sldId="272"/>
            <ac:picMk id="5" creationId="{C17021CB-5839-CA37-5F0B-D6E716AD5DE0}"/>
          </ac:picMkLst>
        </pc:picChg>
      </pc:sldChg>
      <pc:sldChg chg="addSp modSp new mod ord">
        <pc:chgData name="Postema, M.C. (Merel)" userId="c7407f7c-b247-41a1-8471-df11adf1660a" providerId="ADAL" clId="{34F81E06-AE11-44AF-B1D9-7D13A23ACA52}" dt="2026-07-09T07:36:06.974" v="2772" actId="20577"/>
        <pc:sldMkLst>
          <pc:docMk/>
          <pc:sldMk cId="559532415" sldId="273"/>
        </pc:sldMkLst>
        <pc:spChg chg="mod">
          <ac:chgData name="Postema, M.C. (Merel)" userId="c7407f7c-b247-41a1-8471-df11adf1660a" providerId="ADAL" clId="{34F81E06-AE11-44AF-B1D9-7D13A23ACA52}" dt="2026-07-09T07:28:15.611" v="2250" actId="20577"/>
          <ac:spMkLst>
            <pc:docMk/>
            <pc:sldMk cId="559532415" sldId="273"/>
            <ac:spMk id="2" creationId="{A22628F7-1640-C06B-BAEC-ED64C714A8F1}"/>
          </ac:spMkLst>
        </pc:spChg>
        <pc:spChg chg="mod">
          <ac:chgData name="Postema, M.C. (Merel)" userId="c7407f7c-b247-41a1-8471-df11adf1660a" providerId="ADAL" clId="{34F81E06-AE11-44AF-B1D9-7D13A23ACA52}" dt="2026-07-09T07:36:06.974" v="2772" actId="20577"/>
          <ac:spMkLst>
            <pc:docMk/>
            <pc:sldMk cId="559532415" sldId="273"/>
            <ac:spMk id="3" creationId="{1D53A328-7A47-7059-3BC2-278DD1125851}"/>
          </ac:spMkLst>
        </pc:spChg>
        <pc:picChg chg="add mod">
          <ac:chgData name="Postema, M.C. (Merel)" userId="c7407f7c-b247-41a1-8471-df11adf1660a" providerId="ADAL" clId="{34F81E06-AE11-44AF-B1D9-7D13A23ACA52}" dt="2026-07-09T07:31:47.414" v="2587" actId="1076"/>
          <ac:picMkLst>
            <pc:docMk/>
            <pc:sldMk cId="559532415" sldId="273"/>
            <ac:picMk id="5" creationId="{99B81478-151B-5C4C-F64E-D76197D0B773}"/>
          </ac:picMkLst>
        </pc:picChg>
      </pc:sldChg>
      <pc:sldChg chg="addSp delSp modSp new mod setBg">
        <pc:chgData name="Postema, M.C. (Merel)" userId="c7407f7c-b247-41a1-8471-df11adf1660a" providerId="ADAL" clId="{34F81E06-AE11-44AF-B1D9-7D13A23ACA52}" dt="2026-07-09T07:45:22.076" v="2800" actId="26606"/>
        <pc:sldMkLst>
          <pc:docMk/>
          <pc:sldMk cId="4198859679" sldId="274"/>
        </pc:sldMkLst>
        <pc:spChg chg="mod ord">
          <ac:chgData name="Postema, M.C. (Merel)" userId="c7407f7c-b247-41a1-8471-df11adf1660a" providerId="ADAL" clId="{34F81E06-AE11-44AF-B1D9-7D13A23ACA52}" dt="2026-07-09T07:45:22.076" v="2800" actId="26606"/>
          <ac:spMkLst>
            <pc:docMk/>
            <pc:sldMk cId="4198859679" sldId="274"/>
            <ac:spMk id="2" creationId="{64C00D8F-64EE-0E26-666F-5E100268F177}"/>
          </ac:spMkLst>
        </pc:spChg>
        <pc:spChg chg="del">
          <ac:chgData name="Postema, M.C. (Merel)" userId="c7407f7c-b247-41a1-8471-df11adf1660a" providerId="ADAL" clId="{34F81E06-AE11-44AF-B1D9-7D13A23ACA52}" dt="2026-07-09T07:45:18.730" v="2798"/>
          <ac:spMkLst>
            <pc:docMk/>
            <pc:sldMk cId="4198859679" sldId="274"/>
            <ac:spMk id="3" creationId="{A32751D0-4693-F39A-6A88-73B172CB44B8}"/>
          </ac:spMkLst>
        </pc:spChg>
        <pc:spChg chg="add del">
          <ac:chgData name="Postema, M.C. (Merel)" userId="c7407f7c-b247-41a1-8471-df11adf1660a" providerId="ADAL" clId="{34F81E06-AE11-44AF-B1D9-7D13A23ACA52}" dt="2026-07-09T07:45:22.076" v="2800" actId="26606"/>
          <ac:spMkLst>
            <pc:docMk/>
            <pc:sldMk cId="4198859679" sldId="274"/>
            <ac:spMk id="5127" creationId="{37C89E4B-3C9F-44B9-8B86-D9E3D112D8EC}"/>
          </ac:spMkLst>
        </pc:spChg>
        <pc:picChg chg="add mod">
          <ac:chgData name="Postema, M.C. (Merel)" userId="c7407f7c-b247-41a1-8471-df11adf1660a" providerId="ADAL" clId="{34F81E06-AE11-44AF-B1D9-7D13A23ACA52}" dt="2026-07-09T07:45:22.076" v="2800" actId="26606"/>
          <ac:picMkLst>
            <pc:docMk/>
            <pc:sldMk cId="4198859679" sldId="274"/>
            <ac:picMk id="5122" creationId="{E00F3A8F-E94B-E859-C6BF-7E4A7C0580AA}"/>
          </ac:picMkLst>
        </pc:picChg>
        <pc:cxnChg chg="add del">
          <ac:chgData name="Postema, M.C. (Merel)" userId="c7407f7c-b247-41a1-8471-df11adf1660a" providerId="ADAL" clId="{34F81E06-AE11-44AF-B1D9-7D13A23ACA52}" dt="2026-07-09T07:45:22.076" v="2800" actId="26606"/>
          <ac:cxnSpMkLst>
            <pc:docMk/>
            <pc:sldMk cId="4198859679" sldId="274"/>
            <ac:cxnSpMk id="5129" creationId="{AA2EAA10-076F-46BD-8F0F-B9A2FB77A85C}"/>
          </ac:cxnSpMkLst>
        </pc:cxnChg>
        <pc:cxnChg chg="add del">
          <ac:chgData name="Postema, M.C. (Merel)" userId="c7407f7c-b247-41a1-8471-df11adf1660a" providerId="ADAL" clId="{34F81E06-AE11-44AF-B1D9-7D13A23ACA52}" dt="2026-07-09T07:45:22.076" v="2800" actId="26606"/>
          <ac:cxnSpMkLst>
            <pc:docMk/>
            <pc:sldMk cId="4198859679" sldId="274"/>
            <ac:cxnSpMk id="5131" creationId="{D891E407-403B-4764-86C9-33A56D3BCAA3}"/>
          </ac:cxnSpMkLst>
        </pc:cxnChg>
      </pc:sldChg>
      <pc:sldChg chg="addSp delSp modSp new mod">
        <pc:chgData name="Postema, M.C. (Merel)" userId="c7407f7c-b247-41a1-8471-df11adf1660a" providerId="ADAL" clId="{34F81E06-AE11-44AF-B1D9-7D13A23ACA52}" dt="2026-07-09T07:25:09.878" v="2159" actId="1076"/>
        <pc:sldMkLst>
          <pc:docMk/>
          <pc:sldMk cId="3641907565" sldId="275"/>
        </pc:sldMkLst>
        <pc:spChg chg="mod">
          <ac:chgData name="Postema, M.C. (Merel)" userId="c7407f7c-b247-41a1-8471-df11adf1660a" providerId="ADAL" clId="{34F81E06-AE11-44AF-B1D9-7D13A23ACA52}" dt="2026-07-09T07:23:16.401" v="2128" actId="20577"/>
          <ac:spMkLst>
            <pc:docMk/>
            <pc:sldMk cId="3641907565" sldId="275"/>
            <ac:spMk id="2" creationId="{79652566-5CF3-9330-839B-952DBC08C32A}"/>
          </ac:spMkLst>
        </pc:spChg>
        <pc:spChg chg="mod">
          <ac:chgData name="Postema, M.C. (Merel)" userId="c7407f7c-b247-41a1-8471-df11adf1660a" providerId="ADAL" clId="{34F81E06-AE11-44AF-B1D9-7D13A23ACA52}" dt="2026-07-09T07:24:40.511" v="2151" actId="113"/>
          <ac:spMkLst>
            <pc:docMk/>
            <pc:sldMk cId="3641907565" sldId="275"/>
            <ac:spMk id="3" creationId="{A56ACFF1-33F1-778A-4DF0-CA4C05C59285}"/>
          </ac:spMkLst>
        </pc:spChg>
        <pc:spChg chg="add del">
          <ac:chgData name="Postema, M.C. (Merel)" userId="c7407f7c-b247-41a1-8471-df11adf1660a" providerId="ADAL" clId="{34F81E06-AE11-44AF-B1D9-7D13A23ACA52}" dt="2026-07-09T07:25:00.174" v="2153" actId="22"/>
          <ac:spMkLst>
            <pc:docMk/>
            <pc:sldMk cId="3641907565" sldId="275"/>
            <ac:spMk id="7" creationId="{5CE475AC-EAB7-6D4E-0C51-A4048A4CE330}"/>
          </ac:spMkLst>
        </pc:spChg>
        <pc:spChg chg="add mod">
          <ac:chgData name="Postema, M.C. (Merel)" userId="c7407f7c-b247-41a1-8471-df11adf1660a" providerId="ADAL" clId="{34F81E06-AE11-44AF-B1D9-7D13A23ACA52}" dt="2026-07-09T07:25:09.878" v="2159" actId="1076"/>
          <ac:spMkLst>
            <pc:docMk/>
            <pc:sldMk cId="3641907565" sldId="275"/>
            <ac:spMk id="9" creationId="{901D35DD-AAEA-42E4-FBEA-B6A398A0D08E}"/>
          </ac:spMkLst>
        </pc:spChg>
        <pc:picChg chg="add mod">
          <ac:chgData name="Postema, M.C. (Merel)" userId="c7407f7c-b247-41a1-8471-df11adf1660a" providerId="ADAL" clId="{34F81E06-AE11-44AF-B1D9-7D13A23ACA52}" dt="2026-07-09T07:24:29.958" v="2148" actId="1076"/>
          <ac:picMkLst>
            <pc:docMk/>
            <pc:sldMk cId="3641907565" sldId="275"/>
            <ac:picMk id="5" creationId="{0F456903-0748-385B-FECA-D50AF66133A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C8EE28-4E12-4F1B-A551-8CE4AE2E09BC}" type="datetimeFigureOut">
              <a:rPr lang="nl-NL" smtClean="0"/>
              <a:t>9-7-2026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4E13C5-442D-4046-A27D-18FF59F88CC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70647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4E13C5-442D-4046-A27D-18FF59F88CC6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849230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 err="1"/>
              <a:t>renv</a:t>
            </a:r>
            <a:r>
              <a:rPr lang="nl-NL" dirty="0"/>
              <a:t>::snapshot()</a:t>
            </a:r>
          </a:p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4E13C5-442D-4046-A27D-18FF59F88CC6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351642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4E13C5-442D-4046-A27D-18FF59F88CC6}" type="slidenum">
              <a:rPr lang="nl-NL" smtClean="0"/>
              <a:t>17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10636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9FF376-06EE-0CF8-9400-3191C719E9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00FC63BF-07D9-AA90-82E6-2174D455B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F0FB652-9D52-510F-9E29-86098DF60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8231C-95F9-4E75-AE94-3442F4893294}" type="datetimeFigureOut">
              <a:rPr lang="nl-NL" smtClean="0"/>
              <a:t>9-7-2026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8032AB3-56A8-4963-212F-34DF7F9E7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D96C2FC-19C7-E637-50E7-1E59F5CF0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99A08-1801-4C37-AE8A-857E5051780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02616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886B38-5296-39AD-3BC7-9EC4AAC0F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B5DF067-8F9B-2999-186A-4C961EF571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E4E7F2A-7082-A1BD-537C-CF30FCB84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8231C-95F9-4E75-AE94-3442F4893294}" type="datetimeFigureOut">
              <a:rPr lang="nl-NL" smtClean="0"/>
              <a:t>9-7-2026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4F5319B-E619-1807-71C7-612BD3C32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0BD200F-4C30-FC13-8634-D721916EF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99A08-1801-4C37-AE8A-857E5051780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77837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3CD5C4-B748-E75E-850F-9969204D6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FB41066-3A0D-FD27-6F42-1845C8BD8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78A58DD-EFFD-3E43-6767-8C1119088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8231C-95F9-4E75-AE94-3442F4893294}" type="datetimeFigureOut">
              <a:rPr lang="nl-NL" smtClean="0"/>
              <a:t>9-7-2026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377EF90-7902-6C64-8099-B51D0F5AC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E4836F9-DD18-57BA-743F-3AFE343BD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99A08-1801-4C37-AE8A-857E5051780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98401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465E1B-8B9F-7D5B-762A-DC0DC5119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46E5D4E-4826-9637-73C9-1EDC32333B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656E331E-4997-BF8E-D0D5-D4B1D4B3D4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54209B8D-630D-7743-4A4F-E95F6B55A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8231C-95F9-4E75-AE94-3442F4893294}" type="datetimeFigureOut">
              <a:rPr lang="nl-NL" smtClean="0"/>
              <a:t>9-7-2026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C1CFCFC-B144-6634-965D-F6154F495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ED2006BE-5F0B-82E8-B66B-CE53F2E52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99A08-1801-4C37-AE8A-857E5051780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55182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722D57-B861-8483-1F06-4D574BE95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D5DB303-FCF8-9910-A8BB-732EFF2C2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893EC23D-B638-CB77-D581-7CC8E7D33C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4B995777-E36E-350C-2294-CB1AA0D068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0B7474B9-6C09-11F4-F561-657A8BEE9A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35D3EF1B-F0A0-8D62-2312-737A5D375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8231C-95F9-4E75-AE94-3442F4893294}" type="datetimeFigureOut">
              <a:rPr lang="nl-NL" smtClean="0"/>
              <a:t>9-7-2026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8F75381B-FABB-2B7A-64BE-C097E6BBB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61231EA0-E5DB-FFC8-C3F9-41192A9B5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99A08-1801-4C37-AE8A-857E5051780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73330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7449FE-1D7C-6DC8-2CA3-860EC5EFA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2C4BAFFA-6F55-DFE0-BE88-662BB5AE9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8231C-95F9-4E75-AE94-3442F4893294}" type="datetimeFigureOut">
              <a:rPr lang="nl-NL" smtClean="0"/>
              <a:t>9-7-2026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F2E11F0-FF7D-1856-B7E8-0539F9C30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C395D13-FF8F-0449-CA80-B376A962E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99A08-1801-4C37-AE8A-857E5051780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10097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1CCE8371-DCDE-5462-0261-8B9E0D811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8231C-95F9-4E75-AE94-3442F4893294}" type="datetimeFigureOut">
              <a:rPr lang="nl-NL" smtClean="0"/>
              <a:t>9-7-2026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1D2AAA2-0B94-FD4A-1F91-51DF0D693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C9EDA2E-555B-AAE3-197E-FE7705ED6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99A08-1801-4C37-AE8A-857E5051780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49787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04F628-D3A7-E2CD-C57D-4D139A5A4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6BBB011-81E9-EFD8-953E-CCEAECB9D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217E7E50-D5CE-3D65-EDDE-3A148702C1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18B492D4-24DA-ACA6-C6A4-75E358605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8231C-95F9-4E75-AE94-3442F4893294}" type="datetimeFigureOut">
              <a:rPr lang="nl-NL" smtClean="0"/>
              <a:t>9-7-2026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C82DE07-5915-9681-A914-20FD8456F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D4197B11-BB12-6086-37B4-63D5D3B12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99A08-1801-4C37-AE8A-857E5051780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82441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DD27C4-25CD-A6FB-AE3C-DC52E0052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69A0D0B3-1CCC-444E-94E3-F0B11917EB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A5B90602-DFE9-CCBC-E594-60FAA5682D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7334F56-2D0E-2F84-EE36-EE93A113F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8231C-95F9-4E75-AE94-3442F4893294}" type="datetimeFigureOut">
              <a:rPr lang="nl-NL" smtClean="0"/>
              <a:t>9-7-2026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0B7D1B6D-87A1-E852-BF19-D05FE1B88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DC4EB66-D27D-9264-B20D-7B900C644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99A08-1801-4C37-AE8A-857E5051780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37550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B7E156-9111-DF08-CA6E-8A77A46FE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EE9F1CDE-91FC-C456-9EA5-39DD405543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5F6C218-1B1A-1802-6E58-6604F3717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8231C-95F9-4E75-AE94-3442F4893294}" type="datetimeFigureOut">
              <a:rPr lang="nl-NL" smtClean="0"/>
              <a:t>9-7-2026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2BA4D61-804B-2A10-1FFF-38AF05F9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461BA0F-634B-4B9C-C725-4181B0173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99A08-1801-4C37-AE8A-857E5051780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90364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4BDEC927-2732-F325-5E38-C38A9214F0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0C145A9E-778B-BE28-221F-586ED8C347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2AD1C64-B000-906D-6B90-8FC308331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8231C-95F9-4E75-AE94-3442F4893294}" type="datetimeFigureOut">
              <a:rPr lang="nl-NL" smtClean="0"/>
              <a:t>9-7-2026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F4B44B7-795C-32C6-08F6-ECF9F04BE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01348BF-524C-07F5-1D01-8F982FEF0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99A08-1801-4C37-AE8A-857E5051780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433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0F0A9B13-6A19-AD90-F2D6-B518E120F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1D478F6-9C1D-1433-E745-94154BCA1E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B1C7FE0-FDE6-6E2C-CF27-1677F7F36E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98231C-95F9-4E75-AE94-3442F4893294}" type="datetimeFigureOut">
              <a:rPr lang="nl-NL" smtClean="0"/>
              <a:t>9-7-2026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FEA052D-72E6-07B2-8BB3-DA6CC09980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6A86BC6-7614-00CB-E65E-00E95CDE7F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E99A08-1801-4C37-AE8A-857E5051780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34603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ook.the-turing-way.org/reproducible-research/reproducible-research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scl/fi/daknu2tr2i8xzcwkhv4tu/reproducibility.pdf?rlkey=9xzfdo2l0mkm47ibg7axxc6o1&amp;e=1" TargetMode="Externa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angtonhugh/reprod_r/tree/main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atology.org/5-best-practices-for-writing-reproducible-code-in-r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quarto.org/docs/gallery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github.com/AmsterdamUMC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amsterdamumc.sharepoint.com/:w:/r/sites/smp/_layouts/15/Doc.aspx?sourcedoc=%7B3773A88F-0AD8-4876-8477-CA1A04B7C1CB%7D&amp;file=Amsterdam%20UMC%20Reproducibility%20Cheat%20Sheet.docx&amp;action=default&amp;mobileredirect=true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amsterdamumc.service-now.com/esc?id=sc_cat_item&amp;sys_id=6edc44311bea4110f2ae6313604bcbc4&amp;sysparm_category=ac42bedf976b8910b4fbb1e3f153aff9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B1CCD3-B926-ECF3-371B-81E6FFCCED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 err="1"/>
              <a:t>Reproducible</a:t>
            </a:r>
            <a:r>
              <a:rPr lang="nl-NL" dirty="0"/>
              <a:t> code in R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D8446AC2-560F-0492-9D20-F5B00A2ED6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R User Meet Amsterdam UMC </a:t>
            </a:r>
          </a:p>
          <a:p>
            <a:r>
              <a:rPr lang="nl-NL" dirty="0"/>
              <a:t>09 </a:t>
            </a:r>
            <a:r>
              <a:rPr lang="nl-NL" dirty="0" err="1"/>
              <a:t>July</a:t>
            </a:r>
            <a:r>
              <a:rPr lang="nl-NL" dirty="0"/>
              <a:t> 2026 | Merel Postema  </a:t>
            </a:r>
          </a:p>
        </p:txBody>
      </p:sp>
    </p:spTree>
    <p:extLst>
      <p:ext uri="{BB962C8B-B14F-4D97-AF65-F5344CB8AC3E}">
        <p14:creationId xmlns:p14="http://schemas.microsoft.com/office/powerpoint/2010/main" val="1087721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3672C4-ACC7-0740-463A-9C7506523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What</a:t>
            </a:r>
            <a:r>
              <a:rPr lang="nl-NL" dirty="0"/>
              <a:t> is </a:t>
            </a:r>
            <a:r>
              <a:rPr lang="nl-NL" dirty="0" err="1"/>
              <a:t>reproducibility</a:t>
            </a:r>
            <a:endParaRPr lang="nl-NL" dirty="0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8BA0DD3B-74E5-1AD5-1CEA-3291CEE57A45}"/>
              </a:ext>
            </a:extLst>
          </p:cNvPr>
          <p:cNvSpPr txBox="1"/>
          <p:nvPr/>
        </p:nvSpPr>
        <p:spPr>
          <a:xfrm>
            <a:off x="6299522" y="6123543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>
                <a:hlinkClick r:id="rId2"/>
              </a:rPr>
              <a:t>Guide </a:t>
            </a:r>
            <a:r>
              <a:rPr lang="nl-NL" dirty="0" err="1">
                <a:hlinkClick r:id="rId2"/>
              </a:rPr>
              <a:t>for</a:t>
            </a:r>
            <a:r>
              <a:rPr lang="nl-NL" dirty="0">
                <a:hlinkClick r:id="rId2"/>
              </a:rPr>
              <a:t> </a:t>
            </a:r>
            <a:r>
              <a:rPr lang="nl-NL" dirty="0" err="1">
                <a:hlinkClick r:id="rId2"/>
              </a:rPr>
              <a:t>Reproducible</a:t>
            </a:r>
            <a:r>
              <a:rPr lang="nl-NL" dirty="0">
                <a:hlinkClick r:id="rId2"/>
              </a:rPr>
              <a:t> Research - The Turing Way</a:t>
            </a:r>
            <a:endParaRPr lang="nl-NL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9B5A6ACA-C8CD-6A6A-8A0E-06F27A7820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329508"/>
            <a:ext cx="6801092" cy="473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307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F45252-7D3E-5AAC-A1E8-0F1A9D051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Why</a:t>
            </a:r>
            <a:r>
              <a:rPr lang="nl-NL" dirty="0"/>
              <a:t> </a:t>
            </a:r>
            <a:r>
              <a:rPr lang="nl-NL" dirty="0" err="1"/>
              <a:t>reproducibility</a:t>
            </a:r>
            <a:r>
              <a:rPr lang="nl-NL" dirty="0"/>
              <a:t> </a:t>
            </a:r>
            <a:r>
              <a:rPr lang="nl-NL" dirty="0" err="1"/>
              <a:t>matters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79F53A4-25DD-4A5E-9766-8A4F9C9476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285750" indent="-285750"/>
            <a:r>
              <a:rPr lang="nl-NL" dirty="0" err="1"/>
              <a:t>Trustworthy</a:t>
            </a:r>
            <a:r>
              <a:rPr lang="nl-NL" dirty="0"/>
              <a:t> </a:t>
            </a:r>
            <a:r>
              <a:rPr lang="nl-NL" dirty="0" err="1"/>
              <a:t>results</a:t>
            </a:r>
            <a:r>
              <a:rPr lang="nl-NL" dirty="0"/>
              <a:t> </a:t>
            </a:r>
          </a:p>
          <a:p>
            <a:pPr marL="285750" indent="-285750"/>
            <a:r>
              <a:rPr lang="nl-NL" dirty="0" err="1"/>
              <a:t>Faster</a:t>
            </a:r>
            <a:r>
              <a:rPr lang="nl-NL" dirty="0"/>
              <a:t> updates </a:t>
            </a:r>
          </a:p>
          <a:p>
            <a:pPr marL="285750" indent="-285750"/>
            <a:r>
              <a:rPr lang="nl-NL" dirty="0" err="1"/>
              <a:t>Fewer</a:t>
            </a:r>
            <a:r>
              <a:rPr lang="nl-NL" dirty="0"/>
              <a:t> mistakes </a:t>
            </a:r>
          </a:p>
          <a:p>
            <a:pPr marL="285750" indent="-285750"/>
            <a:r>
              <a:rPr lang="nl-NL" dirty="0" err="1"/>
              <a:t>Better</a:t>
            </a:r>
            <a:r>
              <a:rPr lang="nl-NL" dirty="0"/>
              <a:t> </a:t>
            </a:r>
            <a:r>
              <a:rPr lang="nl-NL" dirty="0" err="1"/>
              <a:t>collaboration</a:t>
            </a:r>
            <a:r>
              <a:rPr lang="nl-NL" dirty="0"/>
              <a:t> </a:t>
            </a:r>
          </a:p>
          <a:p>
            <a:pPr marL="285750" indent="-285750"/>
            <a:r>
              <a:rPr lang="nl-NL" dirty="0"/>
              <a:t>Future-</a:t>
            </a:r>
            <a:r>
              <a:rPr lang="nl-NL" dirty="0" err="1"/>
              <a:t>proof</a:t>
            </a:r>
            <a:r>
              <a:rPr lang="nl-NL" dirty="0"/>
              <a:t> research</a:t>
            </a:r>
          </a:p>
          <a:p>
            <a:endParaRPr lang="nl-NL" dirty="0"/>
          </a:p>
          <a:p>
            <a:r>
              <a:rPr lang="nl-NL" dirty="0"/>
              <a:t>"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rerun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analysis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dirty="0" err="1"/>
              <a:t>two</a:t>
            </a:r>
            <a:r>
              <a:rPr lang="nl-NL" dirty="0"/>
              <a:t> </a:t>
            </a:r>
            <a:r>
              <a:rPr lang="nl-NL" dirty="0" err="1"/>
              <a:t>years</a:t>
            </a:r>
            <a:r>
              <a:rPr lang="nl-NL" dirty="0"/>
              <a:t> </a:t>
            </a:r>
            <a:r>
              <a:rPr lang="nl-NL" dirty="0" err="1"/>
              <a:t>ago</a:t>
            </a:r>
            <a:r>
              <a:rPr lang="nl-NL" dirty="0"/>
              <a:t>?" </a:t>
            </a:r>
            <a:r>
              <a:rPr lang="nl-NL" dirty="0">
                <a:sym typeface="Wingdings" panose="05000000000000000000" pitchFamily="2" charset="2"/>
              </a:rPr>
              <a:t> script </a:t>
            </a:r>
            <a:r>
              <a:rPr lang="nl-NL" b="1" dirty="0" err="1">
                <a:sym typeface="Wingdings" panose="05000000000000000000" pitchFamily="2" charset="2"/>
              </a:rPr>
              <a:t>everything</a:t>
            </a:r>
            <a:r>
              <a:rPr lang="nl-NL" dirty="0">
                <a:sym typeface="Wingdings" panose="05000000000000000000" pitchFamily="2" charset="2"/>
              </a:rPr>
              <a:t>!</a:t>
            </a:r>
            <a:endParaRPr lang="nl-NL" dirty="0"/>
          </a:p>
          <a:p>
            <a:r>
              <a:rPr lang="nl-NL" dirty="0"/>
              <a:t>"</a:t>
            </a:r>
            <a:r>
              <a:rPr lang="nl-NL" dirty="0" err="1"/>
              <a:t>Reviewer</a:t>
            </a:r>
            <a:r>
              <a:rPr lang="nl-NL" dirty="0"/>
              <a:t> 2 </a:t>
            </a:r>
            <a:r>
              <a:rPr lang="nl-NL" dirty="0" err="1"/>
              <a:t>asks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one</a:t>
            </a:r>
            <a:r>
              <a:rPr lang="nl-NL" dirty="0"/>
              <a:t> </a:t>
            </a:r>
            <a:r>
              <a:rPr lang="nl-NL" dirty="0" err="1"/>
              <a:t>additional</a:t>
            </a:r>
            <a:r>
              <a:rPr lang="nl-NL" dirty="0"/>
              <a:t> </a:t>
            </a:r>
            <a:r>
              <a:rPr lang="nl-NL" dirty="0" err="1"/>
              <a:t>subgroup</a:t>
            </a:r>
            <a:r>
              <a:rPr lang="nl-NL" dirty="0"/>
              <a:t>." </a:t>
            </a:r>
            <a:r>
              <a:rPr lang="nl-NL" dirty="0">
                <a:sym typeface="Wingdings" panose="05000000000000000000" pitchFamily="2" charset="2"/>
              </a:rPr>
              <a:t> </a:t>
            </a:r>
            <a:r>
              <a:rPr lang="nl-NL" dirty="0" err="1">
                <a:sym typeface="Wingdings" panose="05000000000000000000" pitchFamily="2" charset="2"/>
              </a:rPr>
              <a:t>quatro</a:t>
            </a:r>
            <a:r>
              <a:rPr lang="nl-NL" dirty="0">
                <a:sym typeface="Wingdings" panose="05000000000000000000" pitchFamily="2" charset="2"/>
              </a:rPr>
              <a:t>!</a:t>
            </a:r>
            <a:endParaRPr lang="nl-NL" dirty="0"/>
          </a:p>
          <a:p>
            <a:r>
              <a:rPr lang="nl-NL" dirty="0"/>
              <a:t>"A </a:t>
            </a:r>
            <a:r>
              <a:rPr lang="nl-NL" dirty="0" err="1"/>
              <a:t>colleague</a:t>
            </a:r>
            <a:r>
              <a:rPr lang="nl-NL" dirty="0"/>
              <a:t> </a:t>
            </a:r>
            <a:r>
              <a:rPr lang="nl-NL" dirty="0" err="1"/>
              <a:t>leaves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department</a:t>
            </a:r>
            <a:r>
              <a:rPr lang="nl-NL" dirty="0"/>
              <a:t>." </a:t>
            </a:r>
            <a:r>
              <a:rPr lang="nl-NL" dirty="0">
                <a:sym typeface="Wingdings" panose="05000000000000000000" pitchFamily="2" charset="2"/>
              </a:rPr>
              <a:t> document!</a:t>
            </a:r>
            <a:endParaRPr lang="nl-NL" dirty="0"/>
          </a:p>
          <a:p>
            <a:pPr marL="0" indent="0">
              <a:buNone/>
            </a:pPr>
            <a:endParaRPr lang="nl-NL" dirty="0"/>
          </a:p>
          <a:p>
            <a:endParaRPr lang="nl-NL" dirty="0"/>
          </a:p>
          <a:p>
            <a:pPr marL="0" indent="0">
              <a:buNone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79819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2C783F-6CC8-F5C7-5743-331F4E855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Script </a:t>
            </a:r>
            <a:r>
              <a:rPr lang="nl-NL" i="1" dirty="0" err="1"/>
              <a:t>everything</a:t>
            </a:r>
            <a:endParaRPr lang="nl-NL" i="1" dirty="0"/>
          </a:p>
        </p:txBody>
      </p:sp>
      <p:sp>
        <p:nvSpPr>
          <p:cNvPr id="7" name="Tijdelijke aanduiding voor inhoud 6">
            <a:extLst>
              <a:ext uri="{FF2B5EF4-FFF2-40B4-BE49-F238E27FC236}">
                <a16:creationId xmlns:a16="http://schemas.microsoft.com/office/drawing/2014/main" id="{13A8FF5F-DC43-D18B-0A88-14B73C89E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“R is a </a:t>
            </a:r>
            <a:r>
              <a:rPr lang="nl-NL" dirty="0" err="1"/>
              <a:t>statistics</a:t>
            </a:r>
            <a:r>
              <a:rPr lang="nl-NL" dirty="0"/>
              <a:t> software” </a:t>
            </a:r>
          </a:p>
          <a:p>
            <a:r>
              <a:rPr lang="nl-NL" dirty="0"/>
              <a:t>Well, </a:t>
            </a:r>
            <a:r>
              <a:rPr lang="nl-NL" dirty="0" err="1"/>
              <a:t>partly</a:t>
            </a:r>
            <a:r>
              <a:rPr lang="nl-NL" dirty="0"/>
              <a:t>… but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used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your</a:t>
            </a:r>
            <a:r>
              <a:rPr lang="nl-NL" dirty="0"/>
              <a:t> </a:t>
            </a:r>
            <a:r>
              <a:rPr lang="nl-NL" dirty="0" err="1"/>
              <a:t>entire</a:t>
            </a:r>
            <a:r>
              <a:rPr lang="nl-NL" dirty="0"/>
              <a:t> </a:t>
            </a:r>
            <a:r>
              <a:rPr lang="nl-NL" dirty="0" err="1"/>
              <a:t>computational</a:t>
            </a:r>
            <a:r>
              <a:rPr lang="nl-NL" dirty="0"/>
              <a:t> workflow.</a:t>
            </a:r>
          </a:p>
          <a:p>
            <a:endParaRPr lang="nl-NL" dirty="0"/>
          </a:p>
          <a:p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b="1" dirty="0" err="1"/>
              <a:t>can</a:t>
            </a:r>
            <a:r>
              <a:rPr lang="nl-NL" dirty="0"/>
              <a:t> scrip </a:t>
            </a:r>
            <a:r>
              <a:rPr lang="nl-NL" dirty="0" err="1"/>
              <a:t>it</a:t>
            </a:r>
            <a:r>
              <a:rPr lang="nl-NL" dirty="0"/>
              <a:t>, </a:t>
            </a:r>
            <a:r>
              <a:rPr lang="nl-NL" dirty="0" err="1"/>
              <a:t>then</a:t>
            </a:r>
            <a:r>
              <a:rPr lang="nl-NL" dirty="0"/>
              <a:t> </a:t>
            </a:r>
            <a:r>
              <a:rPr lang="nl-NL" b="1" dirty="0"/>
              <a:t>script it</a:t>
            </a:r>
            <a:r>
              <a:rPr lang="nl-NL" dirty="0"/>
              <a:t>.</a:t>
            </a:r>
          </a:p>
          <a:p>
            <a:r>
              <a:rPr lang="nl-NL" dirty="0" err="1"/>
              <a:t>Rstudio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also</a:t>
            </a:r>
            <a:r>
              <a:rPr lang="nl-NL" dirty="0"/>
              <a:t> support </a:t>
            </a:r>
            <a:r>
              <a:rPr lang="nl-NL" dirty="0" err="1"/>
              <a:t>other</a:t>
            </a:r>
            <a:r>
              <a:rPr lang="nl-NL" dirty="0"/>
              <a:t> </a:t>
            </a:r>
            <a:r>
              <a:rPr lang="nl-NL" dirty="0" err="1"/>
              <a:t>languages</a:t>
            </a:r>
            <a:r>
              <a:rPr lang="nl-NL" dirty="0"/>
              <a:t>, like Python.</a:t>
            </a:r>
          </a:p>
          <a:p>
            <a:endParaRPr lang="nl-NL" dirty="0"/>
          </a:p>
        </p:txBody>
      </p:sp>
      <p:pic>
        <p:nvPicPr>
          <p:cNvPr id="9" name="Graphic 8" descr="Contour van boos gezicht met effen opvulling">
            <a:extLst>
              <a:ext uri="{FF2B5EF4-FFF2-40B4-BE49-F238E27FC236}">
                <a16:creationId xmlns:a16="http://schemas.microsoft.com/office/drawing/2014/main" id="{DFEE3EC1-A808-B4B5-BDA0-33DE805BA4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26284" y="1671295"/>
            <a:ext cx="611529" cy="611529"/>
          </a:xfrm>
          <a:prstGeom prst="rect">
            <a:avLst/>
          </a:prstGeom>
        </p:spPr>
      </p:pic>
      <p:sp>
        <p:nvSpPr>
          <p:cNvPr id="12" name="Tekstvak 11">
            <a:extLst>
              <a:ext uri="{FF2B5EF4-FFF2-40B4-BE49-F238E27FC236}">
                <a16:creationId xmlns:a16="http://schemas.microsoft.com/office/drawing/2014/main" id="{88AA092A-1505-389E-75DE-A133166CE14F}"/>
              </a:ext>
            </a:extLst>
          </p:cNvPr>
          <p:cNvSpPr txBox="1"/>
          <p:nvPr/>
        </p:nvSpPr>
        <p:spPr>
          <a:xfrm>
            <a:off x="8009681" y="6176963"/>
            <a:ext cx="3597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De Graaff 2021, </a:t>
            </a:r>
            <a:r>
              <a:rPr lang="nl-NL" dirty="0">
                <a:hlinkClick r:id="rId3"/>
              </a:rPr>
              <a:t>reproducibility.pdf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31142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652566-5CF3-9330-839B-952DBC08C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Document </a:t>
            </a:r>
            <a:r>
              <a:rPr lang="nl-NL" dirty="0" err="1"/>
              <a:t>your</a:t>
            </a:r>
            <a:r>
              <a:rPr lang="nl-NL" dirty="0"/>
              <a:t> workflow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56ACFF1-33F1-778A-4DF0-CA4C05C59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9959"/>
            <a:ext cx="10515600" cy="4351338"/>
          </a:xfrm>
        </p:spPr>
        <p:txBody>
          <a:bodyPr>
            <a:normAutofit/>
          </a:bodyPr>
          <a:lstStyle/>
          <a:p>
            <a:r>
              <a:rPr lang="nl-NL" sz="2000" dirty="0" err="1"/>
              <a:t>Clear</a:t>
            </a:r>
            <a:r>
              <a:rPr lang="nl-NL" sz="2000" dirty="0"/>
              <a:t> </a:t>
            </a:r>
            <a:r>
              <a:rPr lang="nl-NL" sz="2000" dirty="0" err="1"/>
              <a:t>documentation</a:t>
            </a:r>
            <a:r>
              <a:rPr lang="nl-NL" sz="2000" dirty="0"/>
              <a:t> is </a:t>
            </a:r>
            <a:r>
              <a:rPr lang="nl-NL" sz="2000" dirty="0" err="1"/>
              <a:t>key</a:t>
            </a:r>
            <a:r>
              <a:rPr lang="nl-NL" sz="2000" dirty="0"/>
              <a:t> </a:t>
            </a:r>
            <a:r>
              <a:rPr lang="nl-NL" sz="2000" dirty="0" err="1"/>
              <a:t>to</a:t>
            </a:r>
            <a:r>
              <a:rPr lang="nl-NL" sz="2000" dirty="0"/>
              <a:t> making </a:t>
            </a:r>
            <a:r>
              <a:rPr lang="nl-NL" sz="2000" dirty="0" err="1"/>
              <a:t>your</a:t>
            </a:r>
            <a:r>
              <a:rPr lang="nl-NL" sz="2000" dirty="0"/>
              <a:t> code </a:t>
            </a:r>
            <a:r>
              <a:rPr lang="nl-NL" sz="2000" dirty="0" err="1"/>
              <a:t>understandable</a:t>
            </a:r>
            <a:r>
              <a:rPr lang="nl-NL" sz="2000" dirty="0"/>
              <a:t> </a:t>
            </a:r>
            <a:r>
              <a:rPr lang="nl-NL" sz="2000" dirty="0" err="1"/>
              <a:t>and</a:t>
            </a:r>
            <a:r>
              <a:rPr lang="nl-NL" sz="2000" dirty="0"/>
              <a:t> </a:t>
            </a:r>
            <a:r>
              <a:rPr lang="nl-NL" sz="2000" dirty="0" err="1"/>
              <a:t>reproducible</a:t>
            </a:r>
            <a:r>
              <a:rPr lang="nl-NL" sz="2000" dirty="0"/>
              <a:t>. </a:t>
            </a:r>
          </a:p>
          <a:p>
            <a:r>
              <a:rPr lang="nl-NL" sz="2000" dirty="0" err="1"/>
              <a:t>Include</a:t>
            </a:r>
            <a:r>
              <a:rPr lang="nl-NL" sz="2000" dirty="0"/>
              <a:t> a </a:t>
            </a:r>
            <a:r>
              <a:rPr lang="nl-NL" sz="2000" b="1" dirty="0"/>
              <a:t>README.md</a:t>
            </a:r>
            <a:r>
              <a:rPr lang="nl-NL" sz="2000" dirty="0"/>
              <a:t> file in </a:t>
            </a:r>
            <a:r>
              <a:rPr lang="nl-NL" sz="2000" dirty="0" err="1"/>
              <a:t>your</a:t>
            </a:r>
            <a:r>
              <a:rPr lang="nl-NL" sz="2000" dirty="0"/>
              <a:t> project. </a:t>
            </a:r>
            <a:r>
              <a:rPr lang="nl-NL" sz="2000" dirty="0" err="1"/>
              <a:t>This</a:t>
            </a:r>
            <a:r>
              <a:rPr lang="nl-NL" sz="2000" dirty="0"/>
              <a:t> file </a:t>
            </a:r>
            <a:r>
              <a:rPr lang="nl-NL" sz="2000" dirty="0" err="1"/>
              <a:t>should</a:t>
            </a:r>
            <a:r>
              <a:rPr lang="nl-NL" sz="2000" dirty="0"/>
              <a:t> </a:t>
            </a:r>
            <a:r>
              <a:rPr lang="nl-NL" sz="2000" dirty="0" err="1"/>
              <a:t>explain</a:t>
            </a:r>
            <a:r>
              <a:rPr lang="nl-NL" sz="2000" dirty="0"/>
              <a:t> </a:t>
            </a:r>
            <a:r>
              <a:rPr lang="nl-NL" sz="2000" dirty="0" err="1"/>
              <a:t>the</a:t>
            </a:r>
            <a:r>
              <a:rPr lang="nl-NL" sz="2000" dirty="0"/>
              <a:t> </a:t>
            </a:r>
            <a:r>
              <a:rPr lang="nl-NL" sz="2000" dirty="0" err="1"/>
              <a:t>project’s</a:t>
            </a:r>
            <a:r>
              <a:rPr lang="nl-NL" sz="2000" dirty="0"/>
              <a:t> </a:t>
            </a:r>
            <a:r>
              <a:rPr lang="nl-NL" sz="2000" b="1" dirty="0" err="1"/>
              <a:t>purpose</a:t>
            </a:r>
            <a:r>
              <a:rPr lang="nl-NL" sz="2000" dirty="0"/>
              <a:t>, </a:t>
            </a:r>
            <a:r>
              <a:rPr lang="nl-NL" sz="2000" dirty="0" err="1"/>
              <a:t>the</a:t>
            </a:r>
            <a:r>
              <a:rPr lang="nl-NL" sz="2000" dirty="0"/>
              <a:t> </a:t>
            </a:r>
            <a:r>
              <a:rPr lang="nl-NL" sz="2000" b="1" dirty="0"/>
              <a:t>data </a:t>
            </a:r>
            <a:r>
              <a:rPr lang="nl-NL" sz="2000" b="1" dirty="0" err="1"/>
              <a:t>used</a:t>
            </a:r>
            <a:r>
              <a:rPr lang="nl-NL" sz="2000" dirty="0"/>
              <a:t>, </a:t>
            </a:r>
            <a:r>
              <a:rPr lang="nl-NL" sz="2000" dirty="0" err="1"/>
              <a:t>and</a:t>
            </a:r>
            <a:r>
              <a:rPr lang="nl-NL" sz="2000" dirty="0"/>
              <a:t> </a:t>
            </a:r>
            <a:r>
              <a:rPr lang="nl-NL" sz="2000" b="1" dirty="0" err="1"/>
              <a:t>how</a:t>
            </a:r>
            <a:r>
              <a:rPr lang="nl-NL" sz="2000" b="1" dirty="0"/>
              <a:t> </a:t>
            </a:r>
            <a:r>
              <a:rPr lang="nl-NL" sz="2000" b="1" dirty="0" err="1"/>
              <a:t>to</a:t>
            </a:r>
            <a:r>
              <a:rPr lang="nl-NL" sz="2000" b="1" dirty="0"/>
              <a:t> run </a:t>
            </a:r>
            <a:r>
              <a:rPr lang="nl-NL" sz="2000" b="1" dirty="0" err="1"/>
              <a:t>the</a:t>
            </a:r>
            <a:r>
              <a:rPr lang="nl-NL" sz="2000" b="1" dirty="0"/>
              <a:t> code</a:t>
            </a:r>
            <a:r>
              <a:rPr lang="nl-NL" sz="2000" dirty="0"/>
              <a:t>. It </a:t>
            </a:r>
            <a:r>
              <a:rPr lang="nl-NL" sz="2000" dirty="0" err="1"/>
              <a:t>helps</a:t>
            </a:r>
            <a:r>
              <a:rPr lang="nl-NL" sz="2000" dirty="0"/>
              <a:t> </a:t>
            </a:r>
            <a:r>
              <a:rPr lang="nl-NL" sz="2000" dirty="0" err="1"/>
              <a:t>other</a:t>
            </a:r>
            <a:r>
              <a:rPr lang="nl-NL" sz="2000" dirty="0"/>
              <a:t> users </a:t>
            </a:r>
            <a:r>
              <a:rPr lang="nl-NL" sz="2000" dirty="0" err="1"/>
              <a:t>understand</a:t>
            </a:r>
            <a:r>
              <a:rPr lang="nl-NL" sz="2000" dirty="0"/>
              <a:t> </a:t>
            </a:r>
            <a:r>
              <a:rPr lang="nl-NL" sz="2000" dirty="0" err="1"/>
              <a:t>your</a:t>
            </a:r>
            <a:r>
              <a:rPr lang="nl-NL" sz="2000" dirty="0"/>
              <a:t> </a:t>
            </a:r>
            <a:r>
              <a:rPr lang="nl-NL" sz="2000" dirty="0" err="1"/>
              <a:t>work</a:t>
            </a:r>
            <a:r>
              <a:rPr lang="nl-NL" sz="2000" dirty="0"/>
              <a:t> </a:t>
            </a:r>
            <a:r>
              <a:rPr lang="nl-NL" sz="2000" dirty="0" err="1"/>
              <a:t>quickly</a:t>
            </a:r>
            <a:r>
              <a:rPr lang="nl-NL" sz="2000" dirty="0"/>
              <a:t> </a:t>
            </a:r>
            <a:r>
              <a:rPr lang="nl-NL" sz="2000" dirty="0" err="1"/>
              <a:t>and</a:t>
            </a:r>
            <a:r>
              <a:rPr lang="nl-NL" sz="2000" dirty="0"/>
              <a:t> set up </a:t>
            </a:r>
            <a:r>
              <a:rPr lang="nl-NL" sz="2000" dirty="0" err="1"/>
              <a:t>the</a:t>
            </a:r>
            <a:r>
              <a:rPr lang="nl-NL" sz="2000" dirty="0"/>
              <a:t> environment </a:t>
            </a:r>
            <a:r>
              <a:rPr lang="nl-NL" sz="2000" dirty="0" err="1"/>
              <a:t>for</a:t>
            </a:r>
            <a:r>
              <a:rPr lang="nl-NL" sz="2000" dirty="0"/>
              <a:t> running </a:t>
            </a:r>
            <a:r>
              <a:rPr lang="nl-NL" sz="2000" dirty="0" err="1"/>
              <a:t>the</a:t>
            </a:r>
            <a:r>
              <a:rPr lang="nl-NL" sz="2000" dirty="0"/>
              <a:t> code.</a:t>
            </a:r>
          </a:p>
          <a:p>
            <a:r>
              <a:rPr lang="nl-NL" sz="2000" dirty="0" err="1"/>
              <a:t>Use</a:t>
            </a:r>
            <a:r>
              <a:rPr lang="nl-NL" sz="2000" dirty="0"/>
              <a:t> </a:t>
            </a:r>
            <a:r>
              <a:rPr lang="nl-NL" sz="2000" b="1" dirty="0" err="1"/>
              <a:t>comments</a:t>
            </a:r>
            <a:r>
              <a:rPr lang="nl-NL" sz="2000" dirty="0"/>
              <a:t> </a:t>
            </a:r>
            <a:r>
              <a:rPr lang="nl-NL" sz="2000" dirty="0" err="1"/>
              <a:t>throughout</a:t>
            </a:r>
            <a:r>
              <a:rPr lang="nl-NL" sz="2000" dirty="0"/>
              <a:t> </a:t>
            </a:r>
            <a:r>
              <a:rPr lang="nl-NL" sz="2000" dirty="0" err="1"/>
              <a:t>your</a:t>
            </a:r>
            <a:r>
              <a:rPr lang="nl-NL" sz="2000" dirty="0"/>
              <a:t> code </a:t>
            </a:r>
            <a:r>
              <a:rPr lang="nl-NL" sz="2000" dirty="0" err="1"/>
              <a:t>to</a:t>
            </a:r>
            <a:r>
              <a:rPr lang="nl-NL" sz="2000" dirty="0"/>
              <a:t> </a:t>
            </a:r>
            <a:r>
              <a:rPr lang="nl-NL" sz="2000" dirty="0" err="1"/>
              <a:t>explain</a:t>
            </a:r>
            <a:r>
              <a:rPr lang="nl-NL" sz="2000" dirty="0"/>
              <a:t> </a:t>
            </a:r>
            <a:r>
              <a:rPr lang="nl-NL" sz="2000" dirty="0" err="1"/>
              <a:t>what</a:t>
            </a:r>
            <a:r>
              <a:rPr lang="nl-NL" sz="2000" dirty="0"/>
              <a:t> </a:t>
            </a:r>
            <a:r>
              <a:rPr lang="nl-NL" sz="2000" dirty="0" err="1"/>
              <a:t>each</a:t>
            </a:r>
            <a:r>
              <a:rPr lang="nl-NL" sz="2000" dirty="0"/>
              <a:t> </a:t>
            </a:r>
            <a:r>
              <a:rPr lang="nl-NL" sz="2000" dirty="0" err="1"/>
              <a:t>section</a:t>
            </a:r>
            <a:r>
              <a:rPr lang="nl-NL" sz="2000" dirty="0"/>
              <a:t> does. </a:t>
            </a:r>
            <a:r>
              <a:rPr lang="nl-NL" sz="2000" dirty="0" err="1"/>
              <a:t>When</a:t>
            </a:r>
            <a:r>
              <a:rPr lang="nl-NL" sz="2000" dirty="0"/>
              <a:t> </a:t>
            </a:r>
            <a:r>
              <a:rPr lang="nl-NL" sz="2000" dirty="0" err="1"/>
              <a:t>you</a:t>
            </a:r>
            <a:r>
              <a:rPr lang="nl-NL" sz="2000" dirty="0"/>
              <a:t> </a:t>
            </a:r>
            <a:r>
              <a:rPr lang="nl-NL" sz="2000" dirty="0" err="1"/>
              <a:t>create</a:t>
            </a:r>
            <a:r>
              <a:rPr lang="nl-NL" sz="2000" dirty="0"/>
              <a:t> </a:t>
            </a:r>
            <a:r>
              <a:rPr lang="nl-NL" sz="2000" i="1" dirty="0" err="1"/>
              <a:t>functions</a:t>
            </a:r>
            <a:r>
              <a:rPr lang="nl-NL" sz="2000" dirty="0"/>
              <a:t>, </a:t>
            </a:r>
            <a:r>
              <a:rPr lang="nl-NL" sz="2000" b="1" dirty="0"/>
              <a:t>document</a:t>
            </a:r>
            <a:r>
              <a:rPr lang="nl-NL" sz="2000" dirty="0"/>
              <a:t> </a:t>
            </a:r>
            <a:r>
              <a:rPr lang="nl-NL" sz="2000" dirty="0" err="1"/>
              <a:t>their</a:t>
            </a:r>
            <a:r>
              <a:rPr lang="nl-NL" sz="2000" dirty="0"/>
              <a:t> </a:t>
            </a:r>
            <a:r>
              <a:rPr lang="nl-NL" sz="2000" b="1" dirty="0" err="1"/>
              <a:t>purpose</a:t>
            </a:r>
            <a:r>
              <a:rPr lang="nl-NL" sz="2000" b="1" dirty="0"/>
              <a:t>, </a:t>
            </a:r>
            <a:r>
              <a:rPr lang="nl-NL" sz="2000" b="1" dirty="0" err="1"/>
              <a:t>inputs</a:t>
            </a:r>
            <a:r>
              <a:rPr lang="nl-NL" sz="2000" b="1" dirty="0"/>
              <a:t>, </a:t>
            </a:r>
            <a:r>
              <a:rPr lang="nl-NL" sz="2000" b="1" dirty="0" err="1"/>
              <a:t>and</a:t>
            </a:r>
            <a:r>
              <a:rPr lang="nl-NL" sz="2000" b="1" dirty="0"/>
              <a:t> </a:t>
            </a:r>
            <a:r>
              <a:rPr lang="nl-NL" sz="2000" b="1" dirty="0" err="1"/>
              <a:t>outputs</a:t>
            </a:r>
            <a:r>
              <a:rPr lang="nl-NL" sz="2000" dirty="0"/>
              <a:t>. </a:t>
            </a:r>
          </a:p>
          <a:p>
            <a:r>
              <a:rPr lang="nl-NL" sz="2000" dirty="0" err="1"/>
              <a:t>You</a:t>
            </a:r>
            <a:r>
              <a:rPr lang="nl-NL" sz="2000" dirty="0"/>
              <a:t> </a:t>
            </a:r>
            <a:r>
              <a:rPr lang="nl-NL" sz="2000" dirty="0" err="1"/>
              <a:t>can</a:t>
            </a:r>
            <a:r>
              <a:rPr lang="nl-NL" sz="2000" dirty="0"/>
              <a:t> </a:t>
            </a:r>
            <a:r>
              <a:rPr lang="nl-NL" sz="2000" dirty="0" err="1"/>
              <a:t>use</a:t>
            </a:r>
            <a:r>
              <a:rPr lang="nl-NL" sz="2000" dirty="0"/>
              <a:t> </a:t>
            </a:r>
            <a:r>
              <a:rPr lang="nl-NL" sz="2000" dirty="0" err="1"/>
              <a:t>the</a:t>
            </a:r>
            <a:r>
              <a:rPr lang="nl-NL" sz="2000" dirty="0"/>
              <a:t> </a:t>
            </a:r>
            <a:r>
              <a:rPr lang="nl-NL" sz="2000" b="1" dirty="0"/>
              <a:t>roxygen2</a:t>
            </a:r>
            <a:r>
              <a:rPr lang="nl-NL" sz="2000" dirty="0"/>
              <a:t> package </a:t>
            </a:r>
            <a:r>
              <a:rPr lang="nl-NL" sz="2000" dirty="0" err="1"/>
              <a:t>to</a:t>
            </a:r>
            <a:r>
              <a:rPr lang="nl-NL" sz="2000" dirty="0"/>
              <a:t> document </a:t>
            </a:r>
            <a:r>
              <a:rPr lang="nl-NL" sz="2000" dirty="0" err="1"/>
              <a:t>functions</a:t>
            </a:r>
            <a:r>
              <a:rPr lang="nl-NL" sz="2000" dirty="0"/>
              <a:t> </a:t>
            </a:r>
            <a:r>
              <a:rPr lang="nl-NL" sz="2000" dirty="0" err="1"/>
              <a:t>directly</a:t>
            </a:r>
            <a:r>
              <a:rPr lang="nl-NL" sz="2000" dirty="0"/>
              <a:t> </a:t>
            </a:r>
            <a:r>
              <a:rPr lang="nl-NL" sz="2000" dirty="0" err="1"/>
              <a:t>within</a:t>
            </a:r>
            <a:r>
              <a:rPr lang="nl-NL" sz="2000" dirty="0"/>
              <a:t> </a:t>
            </a:r>
            <a:r>
              <a:rPr lang="nl-NL" sz="2000" dirty="0" err="1"/>
              <a:t>the</a:t>
            </a:r>
            <a:r>
              <a:rPr lang="nl-NL" sz="2000" dirty="0"/>
              <a:t> code: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0F456903-0748-385B-FECA-D50AF6613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093344"/>
            <a:ext cx="5005433" cy="2060469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901D35DD-AAEA-42E4-FBEA-B6A398A0D08E}"/>
              </a:ext>
            </a:extLst>
          </p:cNvPr>
          <p:cNvSpPr txBox="1"/>
          <p:nvPr/>
        </p:nvSpPr>
        <p:spPr>
          <a:xfrm>
            <a:off x="6669912" y="6354375"/>
            <a:ext cx="60940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200" dirty="0"/>
              <a:t>https://www.statology.org/5-best-practices-for-writing-reproducible-code-in-r/</a:t>
            </a:r>
          </a:p>
        </p:txBody>
      </p:sp>
    </p:spTree>
    <p:extLst>
      <p:ext uri="{BB962C8B-B14F-4D97-AF65-F5344CB8AC3E}">
        <p14:creationId xmlns:p14="http://schemas.microsoft.com/office/powerpoint/2010/main" val="3641907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EF6618-9AE0-F1C5-37BE-27622954D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Relative</a:t>
            </a:r>
            <a:r>
              <a:rPr lang="nl-NL" dirty="0"/>
              <a:t> </a:t>
            </a:r>
            <a:r>
              <a:rPr lang="nl-NL" dirty="0" err="1"/>
              <a:t>paths</a:t>
            </a:r>
            <a:endParaRPr lang="nl-NL" dirty="0"/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216FE89B-BC7B-E71D-1A2F-FFEF4DB827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9912"/>
          <a:stretch>
            <a:fillRect/>
          </a:stretch>
        </p:blipFill>
        <p:spPr>
          <a:xfrm>
            <a:off x="540585" y="1447620"/>
            <a:ext cx="11110830" cy="4397595"/>
          </a:xfrm>
          <a:prstGeom prst="rect">
            <a:avLst/>
          </a:prstGeom>
        </p:spPr>
      </p:pic>
      <p:sp>
        <p:nvSpPr>
          <p:cNvPr id="7" name="Tekstvak 6">
            <a:extLst>
              <a:ext uri="{FF2B5EF4-FFF2-40B4-BE49-F238E27FC236}">
                <a16:creationId xmlns:a16="http://schemas.microsoft.com/office/drawing/2014/main" id="{DB4E6AE2-1A89-6130-58E4-54C57B627D55}"/>
              </a:ext>
            </a:extLst>
          </p:cNvPr>
          <p:cNvSpPr txBox="1"/>
          <p:nvPr/>
        </p:nvSpPr>
        <p:spPr>
          <a:xfrm>
            <a:off x="3591479" y="6123543"/>
            <a:ext cx="86005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>
                <a:hlinkClick r:id="rId3"/>
              </a:rPr>
              <a:t>GitHub - </a:t>
            </a:r>
            <a:r>
              <a:rPr lang="nl-NL" dirty="0" err="1">
                <a:hlinkClick r:id="rId3"/>
              </a:rPr>
              <a:t>langtonhugh</a:t>
            </a:r>
            <a:r>
              <a:rPr lang="nl-NL" dirty="0">
                <a:hlinkClick r:id="rId3"/>
              </a:rPr>
              <a:t>/</a:t>
            </a:r>
            <a:r>
              <a:rPr lang="nl-NL" dirty="0" err="1">
                <a:hlinkClick r:id="rId3"/>
              </a:rPr>
              <a:t>reprod_r</a:t>
            </a:r>
            <a:r>
              <a:rPr lang="nl-NL" dirty="0">
                <a:hlinkClick r:id="rId3"/>
              </a:rPr>
              <a:t>: </a:t>
            </a:r>
            <a:r>
              <a:rPr lang="nl-NL" dirty="0" err="1">
                <a:hlinkClick r:id="rId3"/>
              </a:rPr>
              <a:t>Material</a:t>
            </a:r>
            <a:r>
              <a:rPr lang="nl-NL" dirty="0">
                <a:hlinkClick r:id="rId3"/>
              </a:rPr>
              <a:t> on </a:t>
            </a:r>
            <a:r>
              <a:rPr lang="nl-NL" dirty="0" err="1">
                <a:hlinkClick r:id="rId3"/>
              </a:rPr>
              <a:t>reproducible</a:t>
            </a:r>
            <a:r>
              <a:rPr lang="nl-NL" dirty="0">
                <a:hlinkClick r:id="rId3"/>
              </a:rPr>
              <a:t> </a:t>
            </a:r>
            <a:r>
              <a:rPr lang="nl-NL" dirty="0" err="1">
                <a:hlinkClick r:id="rId3"/>
              </a:rPr>
              <a:t>workflows</a:t>
            </a:r>
            <a:r>
              <a:rPr lang="nl-NL" dirty="0">
                <a:hlinkClick r:id="rId3"/>
              </a:rPr>
              <a:t> in R. · GitHub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35963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ABA6B4-EBAA-0B62-B426-3695A9F4B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Example</a:t>
            </a:r>
            <a:r>
              <a:rPr lang="nl-NL" dirty="0"/>
              <a:t> folder </a:t>
            </a:r>
            <a:r>
              <a:rPr lang="nl-NL" dirty="0" err="1"/>
              <a:t>structure</a:t>
            </a:r>
            <a:r>
              <a:rPr lang="nl-NL" dirty="0"/>
              <a:t>: </a:t>
            </a:r>
            <a:r>
              <a:rPr lang="nl-NL" dirty="0" err="1"/>
              <a:t>organize</a:t>
            </a:r>
            <a:r>
              <a:rPr lang="nl-NL" dirty="0"/>
              <a:t> </a:t>
            </a:r>
            <a:r>
              <a:rPr lang="nl-NL" dirty="0" err="1"/>
              <a:t>your</a:t>
            </a:r>
            <a:r>
              <a:rPr lang="nl-NL" dirty="0"/>
              <a:t> stuff!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DCF5965-EEAF-810E-44B9-378770F68650}"/>
              </a:ext>
            </a:extLst>
          </p:cNvPr>
          <p:cNvSpPr txBox="1"/>
          <p:nvPr/>
        </p:nvSpPr>
        <p:spPr>
          <a:xfrm>
            <a:off x="838200" y="4716909"/>
            <a:ext cx="60786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R </a:t>
            </a:r>
            <a:r>
              <a:rPr lang="nl-NL" dirty="0" err="1"/>
              <a:t>projects</a:t>
            </a: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Relative</a:t>
            </a:r>
            <a:r>
              <a:rPr lang="nl-NL" dirty="0"/>
              <a:t> </a:t>
            </a:r>
            <a:r>
              <a:rPr lang="nl-NL" dirty="0" err="1"/>
              <a:t>paths</a:t>
            </a:r>
            <a:endParaRPr lang="nl-NL" dirty="0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D9F8C28B-9756-1FEE-D6CF-0CBA72769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6264183" cy="2933954"/>
          </a:xfrm>
          <a:prstGeom prst="rect">
            <a:avLst/>
          </a:prstGeom>
        </p:spPr>
      </p:pic>
      <p:sp>
        <p:nvSpPr>
          <p:cNvPr id="15" name="Tekstvak 14">
            <a:extLst>
              <a:ext uri="{FF2B5EF4-FFF2-40B4-BE49-F238E27FC236}">
                <a16:creationId xmlns:a16="http://schemas.microsoft.com/office/drawing/2014/main" id="{D4DC317B-21F9-64DC-61F7-7A6B57900639}"/>
              </a:ext>
            </a:extLst>
          </p:cNvPr>
          <p:cNvSpPr txBox="1"/>
          <p:nvPr/>
        </p:nvSpPr>
        <p:spPr>
          <a:xfrm>
            <a:off x="6183389" y="6354375"/>
            <a:ext cx="60977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200" dirty="0">
                <a:hlinkClick r:id="rId3"/>
              </a:rPr>
              <a:t>https://www.statology.org/5-best-practices-for-writing-reproducible-code-in-r/</a:t>
            </a:r>
            <a:r>
              <a:rPr lang="nl-NL" sz="1200" dirty="0"/>
              <a:t> </a:t>
            </a:r>
          </a:p>
        </p:txBody>
      </p:sp>
      <p:pic>
        <p:nvPicPr>
          <p:cNvPr id="17" name="Afbeelding 16">
            <a:extLst>
              <a:ext uri="{FF2B5EF4-FFF2-40B4-BE49-F238E27FC236}">
                <a16:creationId xmlns:a16="http://schemas.microsoft.com/office/drawing/2014/main" id="{07744B5C-7A1F-E068-03E4-180940F457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2475" y="1374648"/>
            <a:ext cx="2951325" cy="4623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054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6CEFE8-F80A-419C-659A-28D4D6C8C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Make code </a:t>
            </a:r>
            <a:r>
              <a:rPr lang="nl-NL" dirty="0" err="1"/>
              <a:t>readable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D07C4F4-60EA-B855-6085-C6FFDB35584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/>
              <a:t>x&lt;-a%&gt;%filter(y==1)%&gt;%</a:t>
            </a:r>
            <a:r>
              <a:rPr lang="nl-NL" dirty="0" err="1"/>
              <a:t>group_by</a:t>
            </a:r>
            <a:r>
              <a:rPr lang="nl-NL" dirty="0"/>
              <a:t>(z)%&gt;%</a:t>
            </a:r>
            <a:r>
              <a:rPr lang="nl-NL" dirty="0" err="1"/>
              <a:t>summarise</a:t>
            </a:r>
            <a:r>
              <a:rPr lang="nl-NL" dirty="0"/>
              <a:t>(n=n())</a:t>
            </a:r>
          </a:p>
          <a:p>
            <a:endParaRPr lang="nl-NL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C5BB3305-C020-29EF-8023-A016A57F29E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patients &lt;- data %&gt;%</a:t>
            </a:r>
          </a:p>
          <a:p>
            <a:pPr marL="0" indent="0">
              <a:buNone/>
            </a:pPr>
            <a:r>
              <a:rPr lang="en-US" dirty="0"/>
              <a:t>  filter(sex == "Female") %&gt;%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group_by</a:t>
            </a:r>
            <a:r>
              <a:rPr lang="en-US" dirty="0"/>
              <a:t>(treatment) %&gt;%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summarise</a:t>
            </a:r>
            <a:r>
              <a:rPr lang="en-US" dirty="0"/>
              <a:t>(</a:t>
            </a:r>
          </a:p>
          <a:p>
            <a:pPr marL="0" indent="0">
              <a:buNone/>
            </a:pPr>
            <a:r>
              <a:rPr lang="en-US" dirty="0"/>
              <a:t>    n = n()</a:t>
            </a:r>
          </a:p>
          <a:p>
            <a:pPr marL="0" indent="0">
              <a:buNone/>
            </a:pPr>
            <a:r>
              <a:rPr lang="en-US" dirty="0"/>
              <a:t>  )</a:t>
            </a:r>
            <a:endParaRPr lang="nl-NL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F544115-167F-0698-139B-8AD8028B2E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509539"/>
            <a:ext cx="5651547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nl-NL" altLang="nl-NL" sz="1800" dirty="0" err="1">
                <a:latin typeface="Arial" panose="020B0604020202020204" pitchFamily="34" charset="0"/>
              </a:rPr>
              <a:t>meaningful</a:t>
            </a:r>
            <a:r>
              <a:rPr lang="nl-NL" altLang="nl-NL" sz="1800" dirty="0">
                <a:latin typeface="Arial" panose="020B0604020202020204" pitchFamily="34" charset="0"/>
              </a:rPr>
              <a:t> </a:t>
            </a:r>
            <a:r>
              <a:rPr lang="nl-NL" altLang="nl-NL" sz="1800" dirty="0" err="1">
                <a:latin typeface="Arial" panose="020B0604020202020204" pitchFamily="34" charset="0"/>
              </a:rPr>
              <a:t>names</a:t>
            </a:r>
            <a:r>
              <a:rPr lang="nl-NL" altLang="nl-NL" sz="1800" dirty="0">
                <a:latin typeface="Arial" panose="020B0604020202020204" pitchFamily="34" charset="0"/>
              </a:rPr>
              <a:t>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nl-NL" altLang="nl-NL" sz="1800" dirty="0" err="1">
                <a:latin typeface="Arial" panose="020B0604020202020204" pitchFamily="34" charset="0"/>
              </a:rPr>
              <a:t>comments</a:t>
            </a:r>
            <a:r>
              <a:rPr lang="nl-NL" altLang="nl-NL" sz="1800" dirty="0">
                <a:latin typeface="Arial" panose="020B0604020202020204" pitchFamily="34" charset="0"/>
              </a:rPr>
              <a:t>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nl-NL" altLang="nl-NL" sz="1800" dirty="0" err="1">
                <a:latin typeface="Arial" panose="020B0604020202020204" pitchFamily="34" charset="0"/>
              </a:rPr>
              <a:t>whitespace</a:t>
            </a:r>
            <a:r>
              <a:rPr lang="nl-NL" altLang="nl-NL" sz="1800" dirty="0">
                <a:latin typeface="Arial" panose="020B0604020202020204" pitchFamily="34" charset="0"/>
              </a:rPr>
              <a:t>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nl-NL" altLang="nl-NL" sz="1800" dirty="0" err="1">
                <a:latin typeface="Arial" panose="020B0604020202020204" pitchFamily="34" charset="0"/>
              </a:rPr>
              <a:t>Avoid</a:t>
            </a:r>
            <a:r>
              <a:rPr lang="nl-NL" altLang="nl-NL" sz="1800" dirty="0">
                <a:latin typeface="Arial" panose="020B0604020202020204" pitchFamily="34" charset="0"/>
              </a:rPr>
              <a:t> copy/paste </a:t>
            </a:r>
            <a:r>
              <a:rPr lang="nl-NL" altLang="nl-NL" sz="1800" dirty="0" err="1">
                <a:latin typeface="Arial" panose="020B0604020202020204" pitchFamily="34" charset="0"/>
              </a:rPr>
              <a:t>the</a:t>
            </a:r>
            <a:r>
              <a:rPr lang="nl-NL" altLang="nl-NL" sz="1800" dirty="0">
                <a:latin typeface="Arial" panose="020B0604020202020204" pitchFamily="34" charset="0"/>
              </a:rPr>
              <a:t> </a:t>
            </a:r>
            <a:r>
              <a:rPr lang="nl-NL" altLang="nl-NL" sz="1800" dirty="0" err="1">
                <a:latin typeface="Arial" panose="020B0604020202020204" pitchFamily="34" charset="0"/>
              </a:rPr>
              <a:t>same</a:t>
            </a:r>
            <a:r>
              <a:rPr lang="nl-NL" altLang="nl-NL" sz="1800" dirty="0">
                <a:latin typeface="Arial" panose="020B0604020202020204" pitchFamily="34" charset="0"/>
              </a:rPr>
              <a:t> code </a:t>
            </a:r>
            <a:r>
              <a:rPr lang="nl-NL" altLang="nl-NL" sz="1800" dirty="0"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nl-NL" altLang="nl-NL" sz="1800" dirty="0" err="1">
                <a:latin typeface="Arial" panose="020B0604020202020204" pitchFamily="34" charset="0"/>
                <a:sym typeface="Wingdings" panose="05000000000000000000" pitchFamily="2" charset="2"/>
              </a:rPr>
              <a:t>write</a:t>
            </a:r>
            <a:r>
              <a:rPr lang="nl-NL" altLang="nl-NL" sz="1800" dirty="0">
                <a:latin typeface="Arial" panose="020B0604020202020204" pitchFamily="34" charset="0"/>
                <a:sym typeface="Wingdings" panose="05000000000000000000" pitchFamily="2" charset="2"/>
              </a:rPr>
              <a:t> a </a:t>
            </a:r>
            <a:r>
              <a:rPr lang="nl-NL" altLang="nl-NL" sz="1800" dirty="0" err="1">
                <a:latin typeface="Arial" panose="020B0604020202020204" pitchFamily="34" charset="0"/>
                <a:sym typeface="Wingdings" panose="05000000000000000000" pitchFamily="2" charset="2"/>
              </a:rPr>
              <a:t>function</a:t>
            </a:r>
            <a:endParaRPr lang="nl-NL" altLang="nl-NL" sz="18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nl-NL" altLang="nl-NL" sz="1800" dirty="0">
                <a:latin typeface="Arial" panose="020B0604020202020204" pitchFamily="34" charset="0"/>
              </a:rPr>
              <a:t>consistent style (</a:t>
            </a:r>
            <a:r>
              <a:rPr lang="nl-NL" altLang="nl-NL" sz="1800" dirty="0" err="1">
                <a:latin typeface="Arial" panose="020B0604020202020204" pitchFamily="34" charset="0"/>
              </a:rPr>
              <a:t>stylr</a:t>
            </a:r>
            <a:r>
              <a:rPr lang="nl-NL" altLang="nl-NL" sz="1800" dirty="0">
                <a:latin typeface="Arial" panose="020B0604020202020204" pitchFamily="34" charset="0"/>
              </a:rPr>
              <a:t>, </a:t>
            </a:r>
            <a:r>
              <a:rPr lang="nl-NL" altLang="nl-NL" sz="1800" dirty="0" err="1">
                <a:latin typeface="Arial" panose="020B0604020202020204" pitchFamily="34" charset="0"/>
              </a:rPr>
              <a:t>lintr</a:t>
            </a:r>
            <a:r>
              <a:rPr lang="nl-NL" altLang="nl-NL" sz="1800" dirty="0">
                <a:latin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14072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D926EC-FDF2-8D5D-B781-AF8C62784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Consistent environment: </a:t>
            </a:r>
            <a:r>
              <a:rPr lang="nl-NL" dirty="0" err="1"/>
              <a:t>renv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047D134-0873-B936-A926-50902D4A3A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6016"/>
            <a:ext cx="10515600" cy="4351338"/>
          </a:xfrm>
        </p:spPr>
        <p:txBody>
          <a:bodyPr>
            <a:normAutofit/>
          </a:bodyPr>
          <a:lstStyle/>
          <a:p>
            <a:r>
              <a:rPr lang="nl-NL" dirty="0" err="1"/>
              <a:t>To</a:t>
            </a:r>
            <a:r>
              <a:rPr lang="nl-NL" dirty="0"/>
              <a:t> setup </a:t>
            </a:r>
            <a:r>
              <a:rPr lang="nl-NL" dirty="0" err="1"/>
              <a:t>renv</a:t>
            </a:r>
            <a:r>
              <a:rPr lang="nl-NL" dirty="0"/>
              <a:t>, run: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pPr marL="0" indent="0">
              <a:buNone/>
            </a:pPr>
            <a:r>
              <a:rPr lang="nl-NL" dirty="0" err="1"/>
              <a:t>This</a:t>
            </a:r>
            <a:r>
              <a:rPr lang="nl-NL" dirty="0"/>
              <a:t> </a:t>
            </a:r>
            <a:r>
              <a:rPr lang="nl-NL" dirty="0" err="1"/>
              <a:t>will</a:t>
            </a:r>
            <a:r>
              <a:rPr lang="nl-NL" dirty="0"/>
              <a:t> </a:t>
            </a:r>
            <a:r>
              <a:rPr lang="nl-NL" dirty="0" err="1"/>
              <a:t>create</a:t>
            </a:r>
            <a:r>
              <a:rPr lang="nl-NL" dirty="0"/>
              <a:t> a </a:t>
            </a:r>
            <a:r>
              <a:rPr lang="nl-NL" b="1" dirty="0" err="1"/>
              <a:t>renv.lock</a:t>
            </a:r>
            <a:r>
              <a:rPr lang="nl-NL" dirty="0"/>
              <a:t> file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dirty="0" err="1"/>
              <a:t>lists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exact </a:t>
            </a:r>
            <a:r>
              <a:rPr lang="nl-NL" dirty="0" err="1"/>
              <a:t>versions</a:t>
            </a:r>
            <a:r>
              <a:rPr lang="nl-NL" dirty="0"/>
              <a:t> of </a:t>
            </a:r>
            <a:r>
              <a:rPr lang="nl-NL" dirty="0" err="1"/>
              <a:t>the</a:t>
            </a:r>
            <a:r>
              <a:rPr lang="nl-NL" dirty="0"/>
              <a:t> packages </a:t>
            </a:r>
            <a:r>
              <a:rPr lang="nl-NL" dirty="0" err="1"/>
              <a:t>being</a:t>
            </a:r>
            <a:r>
              <a:rPr lang="nl-NL" dirty="0"/>
              <a:t> </a:t>
            </a:r>
            <a:r>
              <a:rPr lang="nl-NL" dirty="0" err="1"/>
              <a:t>used</a:t>
            </a:r>
            <a:r>
              <a:rPr lang="nl-NL" dirty="0"/>
              <a:t>. </a:t>
            </a:r>
            <a:r>
              <a:rPr lang="nl-NL" dirty="0" err="1"/>
              <a:t>Anyone</a:t>
            </a:r>
            <a:r>
              <a:rPr lang="nl-NL" dirty="0"/>
              <a:t> </a:t>
            </a:r>
            <a:r>
              <a:rPr lang="nl-NL" dirty="0" err="1"/>
              <a:t>else</a:t>
            </a:r>
            <a:r>
              <a:rPr lang="nl-NL" dirty="0"/>
              <a:t> </a:t>
            </a:r>
            <a:r>
              <a:rPr lang="nl-NL" dirty="0" err="1"/>
              <a:t>working</a:t>
            </a:r>
            <a:r>
              <a:rPr lang="nl-NL" dirty="0"/>
              <a:t> on </a:t>
            </a:r>
            <a:r>
              <a:rPr lang="nl-NL" dirty="0" err="1"/>
              <a:t>the</a:t>
            </a:r>
            <a:r>
              <a:rPr lang="nl-NL" dirty="0"/>
              <a:t> project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restore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same</a:t>
            </a:r>
            <a:r>
              <a:rPr lang="nl-NL" dirty="0"/>
              <a:t> environment </a:t>
            </a:r>
            <a:r>
              <a:rPr lang="nl-NL" dirty="0" err="1"/>
              <a:t>by</a:t>
            </a:r>
            <a:r>
              <a:rPr lang="nl-NL" dirty="0"/>
              <a:t> running: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70BFA75E-2DD2-C439-B119-A0A7B25B4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270660"/>
            <a:ext cx="4884843" cy="1158340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3491A470-C52B-9254-BB7F-70DEBE6CBC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338" y="5010065"/>
            <a:ext cx="5067739" cy="967824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9B537A03-D5BA-4BDD-2CB0-0A1903D5750D}"/>
              </a:ext>
            </a:extLst>
          </p:cNvPr>
          <p:cNvSpPr txBox="1"/>
          <p:nvPr/>
        </p:nvSpPr>
        <p:spPr>
          <a:xfrm>
            <a:off x="6538479" y="6332682"/>
            <a:ext cx="60942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200" dirty="0"/>
              <a:t>https://www.statology.org/5-best-practices-for-writing-reproducible-code-in-r/</a:t>
            </a:r>
          </a:p>
        </p:txBody>
      </p:sp>
    </p:spTree>
    <p:extLst>
      <p:ext uri="{BB962C8B-B14F-4D97-AF65-F5344CB8AC3E}">
        <p14:creationId xmlns:p14="http://schemas.microsoft.com/office/powerpoint/2010/main" val="2191426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3E0996-62AE-65F8-4B6B-F263F3C3B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Reproducible</a:t>
            </a:r>
            <a:r>
              <a:rPr lang="nl-NL" dirty="0"/>
              <a:t> </a:t>
            </a:r>
            <a:r>
              <a:rPr lang="nl-NL" dirty="0" err="1"/>
              <a:t>reports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107CE65-2A8B-9FB0-051C-52910E4F7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dirty="0" err="1"/>
              <a:t>Rmarkdown</a:t>
            </a:r>
            <a:endParaRPr lang="nl-NL" dirty="0"/>
          </a:p>
          <a:p>
            <a:r>
              <a:rPr lang="nl-NL" dirty="0" err="1"/>
              <a:t>Quatro</a:t>
            </a:r>
            <a:r>
              <a:rPr lang="nl-NL" dirty="0"/>
              <a:t> (</a:t>
            </a:r>
            <a:r>
              <a:rPr lang="nl-NL" dirty="0" err="1"/>
              <a:t>recommended</a:t>
            </a:r>
            <a:r>
              <a:rPr lang="nl-NL" dirty="0"/>
              <a:t>)</a:t>
            </a:r>
          </a:p>
          <a:p>
            <a:pPr marL="0" indent="0">
              <a:buNone/>
            </a:pPr>
            <a:endParaRPr lang="nl-NL" dirty="0"/>
          </a:p>
          <a:p>
            <a:r>
              <a:rPr lang="nl-NL" dirty="0"/>
              <a:t>Show a report </a:t>
            </a:r>
            <a:r>
              <a:rPr lang="nl-NL" dirty="0" err="1"/>
              <a:t>where</a:t>
            </a:r>
            <a:r>
              <a:rPr lang="nl-NL" dirty="0"/>
              <a:t> code, </a:t>
            </a:r>
            <a:r>
              <a:rPr lang="nl-NL" dirty="0" err="1"/>
              <a:t>tables</a:t>
            </a:r>
            <a:r>
              <a:rPr lang="nl-NL" dirty="0"/>
              <a:t>, </a:t>
            </a:r>
            <a:r>
              <a:rPr lang="nl-NL" dirty="0" err="1"/>
              <a:t>figures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text</a:t>
            </a:r>
            <a:r>
              <a:rPr lang="nl-NL" dirty="0"/>
              <a:t> are </a:t>
            </a:r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automatically</a:t>
            </a:r>
            <a:r>
              <a:rPr lang="nl-NL" dirty="0"/>
              <a:t>. </a:t>
            </a:r>
            <a:r>
              <a:rPr lang="nl-NL" dirty="0" err="1"/>
              <a:t>One</a:t>
            </a:r>
            <a:r>
              <a:rPr lang="nl-NL" dirty="0"/>
              <a:t> click (</a:t>
            </a:r>
            <a:r>
              <a:rPr lang="nl-NL" dirty="0" err="1"/>
              <a:t>render</a:t>
            </a:r>
            <a:r>
              <a:rPr lang="nl-NL" dirty="0"/>
              <a:t>) </a:t>
            </a:r>
            <a:r>
              <a:rPr lang="nl-NL" dirty="0" err="1"/>
              <a:t>produces</a:t>
            </a:r>
            <a:r>
              <a:rPr lang="nl-NL" dirty="0"/>
              <a:t> HTML, PDF or Word.</a:t>
            </a:r>
          </a:p>
          <a:p>
            <a:r>
              <a:rPr lang="nl-NL" dirty="0"/>
              <a:t>No copy-</a:t>
            </a:r>
            <a:r>
              <a:rPr lang="nl-NL" dirty="0" err="1"/>
              <a:t>pasting</a:t>
            </a:r>
            <a:r>
              <a:rPr lang="nl-NL" dirty="0"/>
              <a:t> </a:t>
            </a:r>
            <a:r>
              <a:rPr lang="nl-NL" dirty="0" err="1"/>
              <a:t>results</a:t>
            </a:r>
            <a:r>
              <a:rPr lang="nl-NL" dirty="0"/>
              <a:t> </a:t>
            </a:r>
            <a:r>
              <a:rPr lang="nl-NL" dirty="0" err="1"/>
              <a:t>into</a:t>
            </a:r>
            <a:r>
              <a:rPr lang="nl-NL" dirty="0"/>
              <a:t> Word.</a:t>
            </a:r>
          </a:p>
          <a:p>
            <a:r>
              <a:rPr lang="nl-NL" dirty="0" err="1"/>
              <a:t>Makes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200% more efficiënt</a:t>
            </a:r>
          </a:p>
          <a:p>
            <a:r>
              <a:rPr lang="nl-NL" dirty="0"/>
              <a:t>It </a:t>
            </a:r>
            <a:r>
              <a:rPr lang="nl-NL" dirty="0" err="1"/>
              <a:t>also</a:t>
            </a:r>
            <a:r>
              <a:rPr lang="nl-NL" dirty="0"/>
              <a:t> </a:t>
            </a:r>
            <a:r>
              <a:rPr lang="nl-NL" dirty="0" err="1"/>
              <a:t>makes</a:t>
            </a:r>
            <a:r>
              <a:rPr lang="nl-NL" dirty="0"/>
              <a:t> </a:t>
            </a:r>
            <a:r>
              <a:rPr lang="nl-NL" dirty="0" err="1"/>
              <a:t>everything</a:t>
            </a:r>
            <a:r>
              <a:rPr lang="nl-NL" dirty="0"/>
              <a:t> look </a:t>
            </a:r>
            <a:r>
              <a:rPr lang="nl-NL" dirty="0" err="1"/>
              <a:t>better</a:t>
            </a:r>
            <a:r>
              <a:rPr lang="nl-NL" dirty="0"/>
              <a:t> (</a:t>
            </a:r>
            <a:r>
              <a:rPr lang="nl-NL" dirty="0">
                <a:hlinkClick r:id="rId2"/>
              </a:rPr>
              <a:t>Gallery – </a:t>
            </a:r>
            <a:r>
              <a:rPr lang="nl-NL" dirty="0" err="1">
                <a:hlinkClick r:id="rId2"/>
              </a:rPr>
              <a:t>Quarto</a:t>
            </a:r>
            <a:r>
              <a:rPr lang="nl-NL" dirty="0"/>
              <a:t>)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83620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C5791E-A8AF-F6D6-81CC-E804F267B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Version control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EDDE7C5-E40E-F265-5007-D055BAD14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sz="2400" dirty="0"/>
              <a:t>GitHub/</a:t>
            </a:r>
            <a:r>
              <a:rPr lang="nl-NL" sz="2400" dirty="0" err="1"/>
              <a:t>GitLab</a:t>
            </a:r>
            <a:endParaRPr lang="nl-NL" sz="2400" dirty="0"/>
          </a:p>
          <a:p>
            <a:r>
              <a:rPr lang="nl-NL" sz="2400" dirty="0"/>
              <a:t>Amsterdam UMC GitHub: </a:t>
            </a:r>
          </a:p>
          <a:p>
            <a:pPr lvl="1"/>
            <a:r>
              <a:rPr lang="nl-NL" sz="1800" dirty="0">
                <a:hlinkClick r:id="rId2"/>
              </a:rPr>
              <a:t>https://github.com/AmsterdamUMC</a:t>
            </a:r>
            <a:r>
              <a:rPr lang="nl-NL" sz="1800" dirty="0"/>
              <a:t> </a:t>
            </a:r>
          </a:p>
          <a:p>
            <a:endParaRPr lang="nl-NL" sz="2400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C8E25483-AC39-9A67-4B6A-155CD3484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2860" y="1253769"/>
            <a:ext cx="6775737" cy="4923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27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0794F5-D9E4-160B-3C87-53626D0CA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Usefull</a:t>
            </a:r>
            <a:r>
              <a:rPr lang="nl-NL" dirty="0"/>
              <a:t> R packages</a:t>
            </a:r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67FF6088-4CDD-1BEE-88FF-201041E07B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62087"/>
            <a:ext cx="6331735" cy="4874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8156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8A35B7-FF5E-FF57-843E-1C01BD8F6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Options in R studio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0CC5B5C-36F4-56FD-9C5B-656936EA2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i="1" dirty="0" err="1"/>
              <a:t>Workspaces</a:t>
            </a:r>
            <a:r>
              <a:rPr lang="nl-NL" i="1" dirty="0"/>
              <a:t> are pure </a:t>
            </a:r>
            <a:r>
              <a:rPr lang="nl-NL" i="1" dirty="0" err="1"/>
              <a:t>evil</a:t>
            </a:r>
            <a:r>
              <a:rPr lang="nl-NL" i="1" dirty="0"/>
              <a:t>. </a:t>
            </a:r>
          </a:p>
          <a:p>
            <a:r>
              <a:rPr lang="nl-NL" i="1" dirty="0"/>
              <a:t>Turn </a:t>
            </a:r>
            <a:r>
              <a:rPr lang="nl-NL" i="1" dirty="0" err="1"/>
              <a:t>them</a:t>
            </a:r>
            <a:r>
              <a:rPr lang="nl-NL" i="1" dirty="0"/>
              <a:t> off.</a:t>
            </a:r>
          </a:p>
          <a:p>
            <a:endParaRPr lang="nl-NL" i="1" dirty="0"/>
          </a:p>
          <a:p>
            <a:r>
              <a:rPr lang="nl-NL" dirty="0"/>
              <a:t>Tools &gt; Global options: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C17021CB-5839-CA37-5F0B-D6E716AD5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705" y="365125"/>
            <a:ext cx="5989839" cy="62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9760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3F2A1A-1A07-B7BF-54A9-42A08913D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Common </a:t>
            </a:r>
            <a:r>
              <a:rPr lang="nl-NL" dirty="0" err="1"/>
              <a:t>pitfalls</a:t>
            </a:r>
            <a:endParaRPr lang="nl-NL" dirty="0"/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71DF9160-8274-D9EC-6009-04029AED13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429000"/>
            <a:ext cx="7163052" cy="3411404"/>
          </a:xfrm>
          <a:prstGeom prst="rect">
            <a:avLst/>
          </a:prstGeom>
        </p:spPr>
      </p:pic>
      <p:sp>
        <p:nvSpPr>
          <p:cNvPr id="7" name="Tekstvak 6">
            <a:extLst>
              <a:ext uri="{FF2B5EF4-FFF2-40B4-BE49-F238E27FC236}">
                <a16:creationId xmlns:a16="http://schemas.microsoft.com/office/drawing/2014/main" id="{30A4B97E-3BD7-30E0-A169-786539C2F931}"/>
              </a:ext>
            </a:extLst>
          </p:cNvPr>
          <p:cNvSpPr txBox="1"/>
          <p:nvPr/>
        </p:nvSpPr>
        <p:spPr>
          <a:xfrm>
            <a:off x="396434" y="1501037"/>
            <a:ext cx="1095736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nl-NL" altLang="nl-NL" sz="2400" dirty="0">
                <a:latin typeface="Arial" panose="020B0604020202020204" pitchFamily="34" charset="0"/>
              </a:rPr>
              <a:t>Manual editing (script </a:t>
            </a:r>
            <a:r>
              <a:rPr lang="nl-NL" altLang="nl-NL" sz="2400" b="1" dirty="0" err="1">
                <a:latin typeface="Arial" panose="020B0604020202020204" pitchFamily="34" charset="0"/>
              </a:rPr>
              <a:t>everything</a:t>
            </a:r>
            <a:r>
              <a:rPr lang="nl-NL" altLang="nl-NL" sz="2400" b="1" dirty="0">
                <a:latin typeface="Arial" panose="020B0604020202020204" pitchFamily="34" charset="0"/>
              </a:rPr>
              <a:t>!</a:t>
            </a:r>
            <a:r>
              <a:rPr lang="nl-NL" altLang="nl-NL" sz="2400" dirty="0">
                <a:latin typeface="Arial" panose="020B0604020202020204" pitchFamily="34" charset="0"/>
              </a:rPr>
              <a:t>)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</a:t>
            </a:r>
            <a:r>
              <a:rPr lang="nl-NL" altLang="nl-NL" sz="2400" dirty="0" err="1">
                <a:latin typeface="Arial" panose="020B0604020202020204" pitchFamily="34" charset="0"/>
              </a:rPr>
              <a:t>omments</a:t>
            </a:r>
            <a:r>
              <a:rPr lang="nl-NL" altLang="nl-NL" sz="2400" dirty="0">
                <a:latin typeface="Arial" panose="020B0604020202020204" pitchFamily="34" charset="0"/>
              </a:rPr>
              <a:t> (</a:t>
            </a:r>
            <a:r>
              <a:rPr lang="nl-NL" altLang="nl-NL" sz="2400" dirty="0" err="1">
                <a:latin typeface="Arial" panose="020B0604020202020204" pitchFamily="34" charset="0"/>
              </a:rPr>
              <a:t>explain</a:t>
            </a:r>
            <a:r>
              <a:rPr lang="nl-NL" altLang="nl-NL" sz="2400" dirty="0">
                <a:latin typeface="Arial" panose="020B0604020202020204" pitchFamily="34" charset="0"/>
              </a:rPr>
              <a:t> </a:t>
            </a:r>
            <a:r>
              <a:rPr lang="nl-NL" altLang="nl-NL" sz="2400" dirty="0" err="1">
                <a:latin typeface="Arial" panose="020B0604020202020204" pitchFamily="34" charset="0"/>
              </a:rPr>
              <a:t>why</a:t>
            </a:r>
            <a:r>
              <a:rPr lang="nl-NL" altLang="nl-NL" sz="2400" dirty="0">
                <a:latin typeface="Arial" panose="020B0604020202020204" pitchFamily="34" charset="0"/>
              </a:rPr>
              <a:t>, </a:t>
            </a:r>
            <a:r>
              <a:rPr lang="nl-NL" altLang="nl-NL" sz="2400" dirty="0" err="1">
                <a:latin typeface="Arial" panose="020B0604020202020204" pitchFamily="34" charset="0"/>
              </a:rPr>
              <a:t>your</a:t>
            </a:r>
            <a:r>
              <a:rPr lang="nl-NL" altLang="nl-NL" sz="2400" dirty="0">
                <a:latin typeface="Arial" panose="020B0604020202020204" pitchFamily="34" charset="0"/>
              </a:rPr>
              <a:t> future </a:t>
            </a:r>
            <a:r>
              <a:rPr lang="nl-NL" altLang="nl-NL" sz="2400" dirty="0" err="1">
                <a:latin typeface="Arial" panose="020B0604020202020204" pitchFamily="34" charset="0"/>
              </a:rPr>
              <a:t>self</a:t>
            </a:r>
            <a:r>
              <a:rPr lang="nl-NL" altLang="nl-NL" sz="2400" dirty="0">
                <a:latin typeface="Arial" panose="020B0604020202020204" pitchFamily="34" charset="0"/>
              </a:rPr>
              <a:t> </a:t>
            </a:r>
            <a:r>
              <a:rPr lang="nl-NL" altLang="nl-NL" sz="2400" dirty="0" err="1">
                <a:latin typeface="Arial" panose="020B0604020202020204" pitchFamily="34" charset="0"/>
              </a:rPr>
              <a:t>will</a:t>
            </a:r>
            <a:r>
              <a:rPr lang="nl-NL" altLang="nl-NL" sz="2400" dirty="0">
                <a:latin typeface="Arial" panose="020B0604020202020204" pitchFamily="34" charset="0"/>
              </a:rPr>
              <a:t> </a:t>
            </a:r>
            <a:r>
              <a:rPr lang="nl-NL" altLang="nl-NL" sz="2400" dirty="0" err="1">
                <a:latin typeface="Arial" panose="020B0604020202020204" pitchFamily="34" charset="0"/>
              </a:rPr>
              <a:t>be</a:t>
            </a:r>
            <a:r>
              <a:rPr lang="nl-NL" altLang="nl-NL" sz="2400" dirty="0">
                <a:latin typeface="Arial" panose="020B0604020202020204" pitchFamily="34" charset="0"/>
              </a:rPr>
              <a:t> </a:t>
            </a:r>
            <a:r>
              <a:rPr lang="nl-NL" altLang="nl-NL" sz="2400" dirty="0" err="1">
                <a:latin typeface="Arial" panose="020B0604020202020204" pitchFamily="34" charset="0"/>
              </a:rPr>
              <a:t>gratefull</a:t>
            </a:r>
            <a:r>
              <a:rPr lang="nl-NL" altLang="nl-NL" sz="2400" dirty="0">
                <a:latin typeface="Arial" panose="020B0604020202020204" pitchFamily="34" charset="0"/>
              </a:rPr>
              <a:t>)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Overwriting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objects</a:t>
            </a:r>
            <a:endParaRPr kumimoji="0" lang="nl-NL" altLang="nl-NL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nl-NL" altLang="nl-NL" sz="2400" dirty="0" err="1">
                <a:latin typeface="Arial" panose="020B0604020202020204" pitchFamily="34" charset="0"/>
              </a:rPr>
              <a:t>Not</a:t>
            </a:r>
            <a:r>
              <a:rPr lang="nl-NL" altLang="nl-NL" sz="2400" dirty="0">
                <a:latin typeface="Arial" panose="020B0604020202020204" pitchFamily="34" charset="0"/>
              </a:rPr>
              <a:t> setting a </a:t>
            </a:r>
            <a:r>
              <a:rPr lang="nl-NL" altLang="nl-NL" sz="2400" dirty="0" err="1">
                <a:latin typeface="Arial" panose="020B0604020202020204" pitchFamily="34" charset="0"/>
              </a:rPr>
              <a:t>seed</a:t>
            </a:r>
            <a:r>
              <a:rPr lang="nl-NL" altLang="nl-NL" sz="2400" dirty="0">
                <a:latin typeface="Arial" panose="020B0604020202020204" pitchFamily="34" charset="0"/>
              </a:rPr>
              <a:t> </a:t>
            </a:r>
            <a:r>
              <a:rPr lang="nl-NL" altLang="nl-NL" sz="2400" dirty="0" err="1">
                <a:latin typeface="Arial" panose="020B0604020202020204" pitchFamily="34" charset="0"/>
              </a:rPr>
              <a:t>for</a:t>
            </a:r>
            <a:r>
              <a:rPr lang="nl-NL" altLang="nl-NL" sz="2400" dirty="0">
                <a:latin typeface="Arial" panose="020B0604020202020204" pitchFamily="34" charset="0"/>
              </a:rPr>
              <a:t> </a:t>
            </a:r>
            <a:r>
              <a:rPr lang="nl-NL" altLang="nl-NL" sz="2400" dirty="0" err="1">
                <a:latin typeface="Arial" panose="020B0604020202020204" pitchFamily="34" charset="0"/>
              </a:rPr>
              <a:t>randomness</a:t>
            </a:r>
            <a:endParaRPr kumimoji="0" lang="nl-NL" altLang="nl-NL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nl-NL" altLang="nl-NL" sz="2400" dirty="0" err="1">
                <a:latin typeface="Arial" panose="020B0604020202020204" pitchFamily="34" charset="0"/>
              </a:rPr>
              <a:t>Hardcoded</a:t>
            </a:r>
            <a:r>
              <a:rPr lang="nl-NL" altLang="nl-NL" sz="2400" dirty="0">
                <a:latin typeface="Arial" panose="020B0604020202020204" pitchFamily="34" charset="0"/>
              </a:rPr>
              <a:t> </a:t>
            </a:r>
            <a:r>
              <a:rPr lang="nl-NL" altLang="nl-NL" sz="2400" dirty="0" err="1">
                <a:latin typeface="Arial" panose="020B0604020202020204" pitchFamily="34" charset="0"/>
              </a:rPr>
              <a:t>numbers</a:t>
            </a:r>
            <a:endParaRPr lang="nl-NL" altLang="nl-NL" sz="2400" dirty="0">
              <a:latin typeface="Arial" panose="020B0604020202020204" pitchFamily="34" charset="0"/>
            </a:endParaRP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A63DF1BD-D446-8978-D4FF-E77B29D866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9703" y="2337164"/>
            <a:ext cx="5608806" cy="1234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0411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A671D9-F89E-6515-FB4D-46CFDF87E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Reproducibility</a:t>
            </a:r>
            <a:r>
              <a:rPr lang="nl-NL" dirty="0"/>
              <a:t> cheatsheet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EEE9D5E-04AA-B54B-AD7D-D5603CCBB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>
                <a:hlinkClick r:id="rId2"/>
              </a:rPr>
              <a:t>Amsterdam UMC </a:t>
            </a:r>
            <a:r>
              <a:rPr lang="nl-NL" dirty="0" err="1">
                <a:hlinkClick r:id="rId2"/>
              </a:rPr>
              <a:t>Reproducibility</a:t>
            </a:r>
            <a:r>
              <a:rPr lang="nl-NL" dirty="0">
                <a:hlinkClick r:id="rId2"/>
              </a:rPr>
              <a:t> Cheat Sheet.docx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990936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2628F7-1640-C06B-BAEC-ED64C714A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CODECHECK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D53A328-7A47-7059-3BC2-278DD1125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Get </a:t>
            </a:r>
            <a:r>
              <a:rPr lang="nl-NL" dirty="0" err="1"/>
              <a:t>your</a:t>
            </a:r>
            <a:r>
              <a:rPr lang="nl-NL" dirty="0"/>
              <a:t> code </a:t>
            </a:r>
            <a:r>
              <a:rPr lang="nl-NL" dirty="0" err="1"/>
              <a:t>reviewed</a:t>
            </a:r>
            <a:r>
              <a:rPr lang="nl-NL" dirty="0"/>
              <a:t> </a:t>
            </a:r>
          </a:p>
          <a:p>
            <a:pPr lvl="1"/>
            <a:r>
              <a:rPr lang="nl-NL" dirty="0" err="1"/>
              <a:t>Improved</a:t>
            </a:r>
            <a:r>
              <a:rPr lang="nl-NL" dirty="0"/>
              <a:t> code</a:t>
            </a:r>
          </a:p>
          <a:p>
            <a:pPr lvl="1"/>
            <a:r>
              <a:rPr lang="nl-NL" dirty="0" err="1"/>
              <a:t>Learn</a:t>
            </a:r>
            <a:r>
              <a:rPr lang="nl-NL" dirty="0"/>
              <a:t>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!</a:t>
            </a:r>
          </a:p>
          <a:p>
            <a:r>
              <a:rPr lang="nl-NL" dirty="0" err="1"/>
              <a:t>Receive</a:t>
            </a:r>
            <a:r>
              <a:rPr lang="nl-NL" dirty="0"/>
              <a:t> a CODECHECK </a:t>
            </a:r>
            <a:r>
              <a:rPr lang="nl-NL" dirty="0" err="1"/>
              <a:t>certificate</a:t>
            </a:r>
            <a:endParaRPr lang="nl-NL" dirty="0"/>
          </a:p>
          <a:p>
            <a:pPr lvl="1"/>
            <a:r>
              <a:rPr lang="nl-NL" dirty="0"/>
              <a:t>Bonus points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journal</a:t>
            </a:r>
            <a:r>
              <a:rPr lang="nl-NL" dirty="0"/>
              <a:t> </a:t>
            </a:r>
            <a:r>
              <a:rPr lang="nl-NL" dirty="0" err="1"/>
              <a:t>submission</a:t>
            </a:r>
            <a:r>
              <a:rPr lang="nl-NL" dirty="0"/>
              <a:t>!</a:t>
            </a:r>
          </a:p>
          <a:p>
            <a:pPr marL="457200" lvl="1" indent="0">
              <a:buNone/>
            </a:pPr>
            <a:endParaRPr lang="nl-NL" dirty="0"/>
          </a:p>
          <a:p>
            <a:r>
              <a:rPr lang="nl-NL" dirty="0" err="1"/>
              <a:t>Request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</a:t>
            </a:r>
            <a:r>
              <a:rPr lang="nl-NL" dirty="0" err="1"/>
              <a:t>institutional</a:t>
            </a:r>
            <a:r>
              <a:rPr lang="nl-NL" dirty="0"/>
              <a:t> CODECHECK via </a:t>
            </a:r>
            <a:r>
              <a:rPr lang="nl-NL" dirty="0" err="1"/>
              <a:t>the</a:t>
            </a:r>
            <a:r>
              <a:rPr lang="nl-NL" dirty="0"/>
              <a:t> RDM helpdesk, here: </a:t>
            </a:r>
            <a:r>
              <a:rPr lang="nl-NL" dirty="0">
                <a:hlinkClick r:id="rId2"/>
              </a:rPr>
              <a:t>Service </a:t>
            </a:r>
            <a:r>
              <a:rPr lang="nl-NL" dirty="0" err="1">
                <a:hlinkClick r:id="rId2"/>
              </a:rPr>
              <a:t>Catalog</a:t>
            </a:r>
            <a:r>
              <a:rPr lang="nl-NL" dirty="0">
                <a:hlinkClick r:id="rId2"/>
              </a:rPr>
              <a:t> Item - Employee Center</a:t>
            </a:r>
            <a:endParaRPr lang="nl-NL" dirty="0"/>
          </a:p>
          <a:p>
            <a:r>
              <a:rPr lang="nl-NL" dirty="0"/>
              <a:t>RDM has </a:t>
            </a:r>
            <a:r>
              <a:rPr lang="nl-NL" dirty="0" err="1"/>
              <a:t>received</a:t>
            </a:r>
            <a:r>
              <a:rPr lang="nl-NL" dirty="0"/>
              <a:t> </a:t>
            </a:r>
            <a:r>
              <a:rPr lang="nl-NL" dirty="0" err="1"/>
              <a:t>funding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a project </a:t>
            </a:r>
            <a:r>
              <a:rPr lang="nl-NL" dirty="0" err="1"/>
              <a:t>looking</a:t>
            </a:r>
            <a:r>
              <a:rPr lang="nl-NL" dirty="0"/>
              <a:t> </a:t>
            </a:r>
            <a:r>
              <a:rPr lang="nl-NL" dirty="0" err="1"/>
              <a:t>into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issues </a:t>
            </a:r>
            <a:r>
              <a:rPr lang="nl-NL" dirty="0" err="1"/>
              <a:t>encountered</a:t>
            </a:r>
            <a:r>
              <a:rPr lang="nl-NL" dirty="0"/>
              <a:t> </a:t>
            </a:r>
            <a:r>
              <a:rPr lang="nl-NL" dirty="0" err="1"/>
              <a:t>during</a:t>
            </a:r>
            <a:r>
              <a:rPr lang="nl-NL" dirty="0"/>
              <a:t> a CODECHECK</a:t>
            </a:r>
          </a:p>
          <a:p>
            <a:pPr lvl="1"/>
            <a:r>
              <a:rPr lang="nl-NL" dirty="0" err="1"/>
              <a:t>CODECHECKs</a:t>
            </a:r>
            <a:r>
              <a:rPr lang="nl-NL" dirty="0"/>
              <a:t> </a:t>
            </a:r>
            <a:r>
              <a:rPr lang="nl-NL" dirty="0" err="1"/>
              <a:t>needed</a:t>
            </a:r>
            <a:r>
              <a:rPr lang="nl-NL" dirty="0"/>
              <a:t>!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99B81478-151B-5C4C-F64E-D76197D0B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7275" y="522956"/>
            <a:ext cx="3261643" cy="1714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5324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85E5DC-CC8F-17EA-11F0-8083F6413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Learning goals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6878572-7545-034D-1CE0-147F67946B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33000"/>
            <a:ext cx="915192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reproducible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code means.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Organize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 project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others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future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run it.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Avoid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common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pitfalls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that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make analyses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difficult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reproduce.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few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tools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that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greatly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reproducibility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3006395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C00D8F-64EE-0E26-666F-5E100268F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i="1"/>
              <a:t>R</a:t>
            </a:r>
            <a:r>
              <a:rPr lang="nl-NL"/>
              <a:t> there any questions?</a:t>
            </a:r>
            <a:endParaRPr lang="nl-NL" dirty="0"/>
          </a:p>
        </p:txBody>
      </p:sp>
      <p:pic>
        <p:nvPicPr>
          <p:cNvPr id="5122" name="Picture 2" descr="How to Ask Questions that Will Result in Good, Useful Data">
            <a:extLst>
              <a:ext uri="{FF2B5EF4-FFF2-40B4-BE49-F238E27FC236}">
                <a16:creationId xmlns:a16="http://schemas.microsoft.com/office/drawing/2014/main" id="{E00F3A8F-E94B-E859-C6BF-7E4A7C0580A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0417" y="1825625"/>
            <a:ext cx="6751166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8859679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656</Words>
  <Application>Microsoft Office PowerPoint</Application>
  <PresentationFormat>Breedbeeld</PresentationFormat>
  <Paragraphs>101</Paragraphs>
  <Slides>18</Slides>
  <Notes>3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Wingdings</vt:lpstr>
      <vt:lpstr>Kantoorthema</vt:lpstr>
      <vt:lpstr>Reproducible code in R</vt:lpstr>
      <vt:lpstr>What is reproducibility</vt:lpstr>
      <vt:lpstr>Why reproducibility matters</vt:lpstr>
      <vt:lpstr>Script everything</vt:lpstr>
      <vt:lpstr>Document your workflow</vt:lpstr>
      <vt:lpstr>Relative paths</vt:lpstr>
      <vt:lpstr>Example folder structure: organize your stuff!</vt:lpstr>
      <vt:lpstr>Make code readable</vt:lpstr>
      <vt:lpstr>Consistent environment: renv</vt:lpstr>
      <vt:lpstr>Reproducible reports</vt:lpstr>
      <vt:lpstr>Version control</vt:lpstr>
      <vt:lpstr>Usefull R packages</vt:lpstr>
      <vt:lpstr>Options in R studio</vt:lpstr>
      <vt:lpstr>Common pitfalls</vt:lpstr>
      <vt:lpstr>Reproducibility cheatsheet</vt:lpstr>
      <vt:lpstr>CODECHECK</vt:lpstr>
      <vt:lpstr>Learning goals</vt:lpstr>
      <vt:lpstr>R there any questions?</vt:lpstr>
    </vt:vector>
  </TitlesOfParts>
  <Company>Amsterdam UMC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Postema, M.C. (Merel)</dc:creator>
  <cp:lastModifiedBy>Postema, M.C. (Merel)</cp:lastModifiedBy>
  <cp:revision>1</cp:revision>
  <dcterms:created xsi:type="dcterms:W3CDTF">2026-04-02T12:17:55Z</dcterms:created>
  <dcterms:modified xsi:type="dcterms:W3CDTF">2026-07-09T07:59:18Z</dcterms:modified>
</cp:coreProperties>
</file>