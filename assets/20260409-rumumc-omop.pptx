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86" r:id="rId5"/>
    <p:sldId id="326" r:id="rId6"/>
    <p:sldId id="327" r:id="rId7"/>
    <p:sldId id="314" r:id="rId8"/>
    <p:sldId id="330" r:id="rId9"/>
    <p:sldId id="340" r:id="rId10"/>
    <p:sldId id="345" r:id="rId11"/>
    <p:sldId id="341" r:id="rId12"/>
    <p:sldId id="344" r:id="rId13"/>
    <p:sldId id="342" r:id="rId14"/>
    <p:sldId id="343" r:id="rId15"/>
    <p:sldId id="339" r:id="rId1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A96B319-6708-A266-E0BC-215DE5D7ACCB}" name="Cairns, J.D. (Jack)" initials="C(" userId="S::j.d.cairns@amsterdamumc.nl::04c20a14-02eb-48e9-8aed-c216b1594f18" providerId="AD"/>
  <p188:author id="{E65D4977-CE12-2D3D-34BC-D2E330F9EC45}" name="Boomgaard - Buhrs, H.C. van den (Ellen)" initials="B(" userId="S::h.vandenboomgaard@amsterdamumc.nl::818a9ac0-7b14-4b76-80f1-993ceeda14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9E00"/>
    <a:srgbClr val="003741"/>
    <a:srgbClr val="EB7923"/>
    <a:srgbClr val="6AB650"/>
    <a:srgbClr val="009CB4"/>
    <a:srgbClr val="F07814"/>
    <a:srgbClr val="CED9E5"/>
    <a:srgbClr val="00373E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216BBF-6983-424C-82C9-30C111F9D10F}" v="1" dt="2026-04-09T13:07:43.8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95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oot, R. de (Rowdy)" userId="d45d140b-6c8f-4214-8fa5-f6d9c5444af9" providerId="ADAL" clId="{AA022091-E320-49A5-8F36-E3087543EBCE}"/>
    <pc:docChg chg="undo redo custSel addSld delSld modSld">
      <pc:chgData name="Groot, R. de (Rowdy)" userId="d45d140b-6c8f-4214-8fa5-f6d9c5444af9" providerId="ADAL" clId="{AA022091-E320-49A5-8F36-E3087543EBCE}" dt="2026-04-09T13:09:10.550" v="672" actId="14100"/>
      <pc:docMkLst>
        <pc:docMk/>
      </pc:docMkLst>
      <pc:sldChg chg="delSp modSp mod">
        <pc:chgData name="Groot, R. de (Rowdy)" userId="d45d140b-6c8f-4214-8fa5-f6d9c5444af9" providerId="ADAL" clId="{AA022091-E320-49A5-8F36-E3087543EBCE}" dt="2026-04-03T12:48:16.511" v="420" actId="20577"/>
        <pc:sldMkLst>
          <pc:docMk/>
          <pc:sldMk cId="1602165747" sldId="286"/>
        </pc:sldMkLst>
        <pc:spChg chg="mod">
          <ac:chgData name="Groot, R. de (Rowdy)" userId="d45d140b-6c8f-4214-8fa5-f6d9c5444af9" providerId="ADAL" clId="{AA022091-E320-49A5-8F36-E3087543EBCE}" dt="2026-04-03T12:48:16.511" v="420" actId="20577"/>
          <ac:spMkLst>
            <pc:docMk/>
            <pc:sldMk cId="1602165747" sldId="286"/>
            <ac:spMk id="2" creationId="{B598D448-168F-4FCF-96AB-447FDFADABA9}"/>
          </ac:spMkLst>
        </pc:spChg>
        <pc:spChg chg="mod">
          <ac:chgData name="Groot, R. de (Rowdy)" userId="d45d140b-6c8f-4214-8fa5-f6d9c5444af9" providerId="ADAL" clId="{AA022091-E320-49A5-8F36-E3087543EBCE}" dt="2026-04-03T12:48:10.015" v="407" actId="20577"/>
          <ac:spMkLst>
            <pc:docMk/>
            <pc:sldMk cId="1602165747" sldId="286"/>
            <ac:spMk id="3" creationId="{F97AF5A9-D1C2-43B7-ABD8-7CAC6B66FA15}"/>
          </ac:spMkLst>
        </pc:spChg>
      </pc:sldChg>
      <pc:sldChg chg="modSp mod">
        <pc:chgData name="Groot, R. de (Rowdy)" userId="d45d140b-6c8f-4214-8fa5-f6d9c5444af9" providerId="ADAL" clId="{AA022091-E320-49A5-8F36-E3087543EBCE}" dt="2026-04-03T12:48:31.533" v="429" actId="20577"/>
        <pc:sldMkLst>
          <pc:docMk/>
          <pc:sldMk cId="2711677689" sldId="314"/>
        </pc:sldMkLst>
        <pc:spChg chg="mod">
          <ac:chgData name="Groot, R. de (Rowdy)" userId="d45d140b-6c8f-4214-8fa5-f6d9c5444af9" providerId="ADAL" clId="{AA022091-E320-49A5-8F36-E3087543EBCE}" dt="2026-04-03T12:48:31.533" v="429" actId="20577"/>
          <ac:spMkLst>
            <pc:docMk/>
            <pc:sldMk cId="2711677689" sldId="314"/>
            <ac:spMk id="2" creationId="{4F1BA4AE-43AB-211F-07D4-0FA1E7B05F61}"/>
          </ac:spMkLst>
        </pc:spChg>
      </pc:sldChg>
      <pc:sldChg chg="delSp mod modAnim">
        <pc:chgData name="Groot, R. de (Rowdy)" userId="d45d140b-6c8f-4214-8fa5-f6d9c5444af9" providerId="ADAL" clId="{AA022091-E320-49A5-8F36-E3087543EBCE}" dt="2026-04-03T13:05:42.334" v="642" actId="478"/>
        <pc:sldMkLst>
          <pc:docMk/>
          <pc:sldMk cId="3779313805" sldId="326"/>
        </pc:sldMkLst>
      </pc:sldChg>
      <pc:sldChg chg="modSp del mod">
        <pc:chgData name="Groot, R. de (Rowdy)" userId="d45d140b-6c8f-4214-8fa5-f6d9c5444af9" providerId="ADAL" clId="{AA022091-E320-49A5-8F36-E3087543EBCE}" dt="2026-04-03T12:46:37.522" v="308" actId="47"/>
        <pc:sldMkLst>
          <pc:docMk/>
          <pc:sldMk cId="2888522920" sldId="328"/>
        </pc:sldMkLst>
      </pc:sldChg>
      <pc:sldChg chg="modSp del mod">
        <pc:chgData name="Groot, R. de (Rowdy)" userId="d45d140b-6c8f-4214-8fa5-f6d9c5444af9" providerId="ADAL" clId="{AA022091-E320-49A5-8F36-E3087543EBCE}" dt="2026-04-03T12:46:35.758" v="307" actId="47"/>
        <pc:sldMkLst>
          <pc:docMk/>
          <pc:sldMk cId="1425764666" sldId="329"/>
        </pc:sldMkLst>
      </pc:sldChg>
      <pc:sldChg chg="addSp delSp modSp mod">
        <pc:chgData name="Groot, R. de (Rowdy)" userId="d45d140b-6c8f-4214-8fa5-f6d9c5444af9" providerId="ADAL" clId="{AA022091-E320-49A5-8F36-E3087543EBCE}" dt="2026-04-03T13:05:34.295" v="641" actId="478"/>
        <pc:sldMkLst>
          <pc:docMk/>
          <pc:sldMk cId="3879241758" sldId="330"/>
        </pc:sldMkLst>
        <pc:spChg chg="mod">
          <ac:chgData name="Groot, R. de (Rowdy)" userId="d45d140b-6c8f-4214-8fa5-f6d9c5444af9" providerId="ADAL" clId="{AA022091-E320-49A5-8F36-E3087543EBCE}" dt="2026-04-03T12:47:18.371" v="317" actId="20577"/>
          <ac:spMkLst>
            <pc:docMk/>
            <pc:sldMk cId="3879241758" sldId="330"/>
            <ac:spMk id="2" creationId="{C08BB3E3-063C-A886-31EB-CDEC06A7BB5F}"/>
          </ac:spMkLst>
        </pc:spChg>
        <pc:spChg chg="mod">
          <ac:chgData name="Groot, R. de (Rowdy)" userId="d45d140b-6c8f-4214-8fa5-f6d9c5444af9" providerId="ADAL" clId="{AA022091-E320-49A5-8F36-E3087543EBCE}" dt="2026-04-03T12:47:46.292" v="403" actId="20577"/>
          <ac:spMkLst>
            <pc:docMk/>
            <pc:sldMk cId="3879241758" sldId="330"/>
            <ac:spMk id="3" creationId="{6B55A9E7-3C90-7938-CEC5-A91856868F94}"/>
          </ac:spMkLst>
        </pc:spChg>
      </pc:sldChg>
      <pc:sldChg chg="del">
        <pc:chgData name="Groot, R. de (Rowdy)" userId="d45d140b-6c8f-4214-8fa5-f6d9c5444af9" providerId="ADAL" clId="{AA022091-E320-49A5-8F36-E3087543EBCE}" dt="2026-04-03T12:46:32.609" v="306" actId="47"/>
        <pc:sldMkLst>
          <pc:docMk/>
          <pc:sldMk cId="150999065" sldId="331"/>
        </pc:sldMkLst>
      </pc:sldChg>
      <pc:sldChg chg="del">
        <pc:chgData name="Groot, R. de (Rowdy)" userId="d45d140b-6c8f-4214-8fa5-f6d9c5444af9" providerId="ADAL" clId="{AA022091-E320-49A5-8F36-E3087543EBCE}" dt="2026-04-03T12:46:32.609" v="306" actId="47"/>
        <pc:sldMkLst>
          <pc:docMk/>
          <pc:sldMk cId="3978209084" sldId="333"/>
        </pc:sldMkLst>
      </pc:sldChg>
      <pc:sldChg chg="del">
        <pc:chgData name="Groot, R. de (Rowdy)" userId="d45d140b-6c8f-4214-8fa5-f6d9c5444af9" providerId="ADAL" clId="{AA022091-E320-49A5-8F36-E3087543EBCE}" dt="2026-04-03T12:46:32.609" v="306" actId="47"/>
        <pc:sldMkLst>
          <pc:docMk/>
          <pc:sldMk cId="3901721631" sldId="334"/>
        </pc:sldMkLst>
      </pc:sldChg>
      <pc:sldChg chg="del modAnim">
        <pc:chgData name="Groot, R. de (Rowdy)" userId="d45d140b-6c8f-4214-8fa5-f6d9c5444af9" providerId="ADAL" clId="{AA022091-E320-49A5-8F36-E3087543EBCE}" dt="2026-04-03T12:46:32.609" v="306" actId="47"/>
        <pc:sldMkLst>
          <pc:docMk/>
          <pc:sldMk cId="4020510374" sldId="335"/>
        </pc:sldMkLst>
      </pc:sldChg>
      <pc:sldChg chg="modSp del mod">
        <pc:chgData name="Groot, R. de (Rowdy)" userId="d45d140b-6c8f-4214-8fa5-f6d9c5444af9" providerId="ADAL" clId="{AA022091-E320-49A5-8F36-E3087543EBCE}" dt="2026-04-03T12:46:32.609" v="306" actId="47"/>
        <pc:sldMkLst>
          <pc:docMk/>
          <pc:sldMk cId="2801277082" sldId="336"/>
        </pc:sldMkLst>
      </pc:sldChg>
      <pc:sldChg chg="modSp add del mod">
        <pc:chgData name="Groot, R. de (Rowdy)" userId="d45d140b-6c8f-4214-8fa5-f6d9c5444af9" providerId="ADAL" clId="{AA022091-E320-49A5-8F36-E3087543EBCE}" dt="2026-04-03T12:46:32.609" v="306" actId="47"/>
        <pc:sldMkLst>
          <pc:docMk/>
          <pc:sldMk cId="1535695699" sldId="337"/>
        </pc:sldMkLst>
      </pc:sldChg>
      <pc:sldChg chg="modSp add del mod">
        <pc:chgData name="Groot, R. de (Rowdy)" userId="d45d140b-6c8f-4214-8fa5-f6d9c5444af9" providerId="ADAL" clId="{AA022091-E320-49A5-8F36-E3087543EBCE}" dt="2026-04-03T12:46:32.609" v="306" actId="47"/>
        <pc:sldMkLst>
          <pc:docMk/>
          <pc:sldMk cId="2039132768" sldId="338"/>
        </pc:sldMkLst>
      </pc:sldChg>
      <pc:sldChg chg="addSp delSp modSp new mod">
        <pc:chgData name="Groot, R. de (Rowdy)" userId="d45d140b-6c8f-4214-8fa5-f6d9c5444af9" providerId="ADAL" clId="{AA022091-E320-49A5-8F36-E3087543EBCE}" dt="2026-04-03T13:05:16.946" v="635" actId="478"/>
        <pc:sldMkLst>
          <pc:docMk/>
          <pc:sldMk cId="465097000" sldId="339"/>
        </pc:sldMkLst>
        <pc:spChg chg="mod">
          <ac:chgData name="Groot, R. de (Rowdy)" userId="d45d140b-6c8f-4214-8fa5-f6d9c5444af9" providerId="ADAL" clId="{AA022091-E320-49A5-8F36-E3087543EBCE}" dt="2026-03-18T14:57:49.630" v="254" actId="20577"/>
          <ac:spMkLst>
            <pc:docMk/>
            <pc:sldMk cId="465097000" sldId="339"/>
            <ac:spMk id="2" creationId="{FF6A91C1-1680-7575-BA9C-147A11C2CCE3}"/>
          </ac:spMkLst>
        </pc:spChg>
        <pc:spChg chg="add del mod">
          <ac:chgData name="Groot, R. de (Rowdy)" userId="d45d140b-6c8f-4214-8fa5-f6d9c5444af9" providerId="ADAL" clId="{AA022091-E320-49A5-8F36-E3087543EBCE}" dt="2026-03-18T14:58:11.345" v="292" actId="14100"/>
          <ac:spMkLst>
            <pc:docMk/>
            <pc:sldMk cId="465097000" sldId="339"/>
            <ac:spMk id="3" creationId="{7972E671-FD72-3C72-2AF1-8D6E8EF79AD5}"/>
          </ac:spMkLst>
        </pc:spChg>
      </pc:sldChg>
      <pc:sldChg chg="delSp modSp new mod">
        <pc:chgData name="Groot, R. de (Rowdy)" userId="d45d140b-6c8f-4214-8fa5-f6d9c5444af9" providerId="ADAL" clId="{AA022091-E320-49A5-8F36-E3087543EBCE}" dt="2026-04-03T13:05:31.921" v="640" actId="478"/>
        <pc:sldMkLst>
          <pc:docMk/>
          <pc:sldMk cId="829927662" sldId="340"/>
        </pc:sldMkLst>
        <pc:spChg chg="mod">
          <ac:chgData name="Groot, R. de (Rowdy)" userId="d45d140b-6c8f-4214-8fa5-f6d9c5444af9" providerId="ADAL" clId="{AA022091-E320-49A5-8F36-E3087543EBCE}" dt="2026-04-03T12:50:43.255" v="450" actId="20577"/>
          <ac:spMkLst>
            <pc:docMk/>
            <pc:sldMk cId="829927662" sldId="340"/>
            <ac:spMk id="2" creationId="{9F90A6CF-916E-5B32-6418-A7C9DF1B2B0E}"/>
          </ac:spMkLst>
        </pc:spChg>
        <pc:spChg chg="mod">
          <ac:chgData name="Groot, R. de (Rowdy)" userId="d45d140b-6c8f-4214-8fa5-f6d9c5444af9" providerId="ADAL" clId="{AA022091-E320-49A5-8F36-E3087543EBCE}" dt="2026-04-03T12:55:15.068" v="551" actId="12"/>
          <ac:spMkLst>
            <pc:docMk/>
            <pc:sldMk cId="829927662" sldId="340"/>
            <ac:spMk id="3" creationId="{839B9E84-4255-FF43-B0D5-E96FA75B36F4}"/>
          </ac:spMkLst>
        </pc:spChg>
      </pc:sldChg>
      <pc:sldChg chg="delSp modSp new mod">
        <pc:chgData name="Groot, R. de (Rowdy)" userId="d45d140b-6c8f-4214-8fa5-f6d9c5444af9" providerId="ADAL" clId="{AA022091-E320-49A5-8F36-E3087543EBCE}" dt="2026-04-03T13:05:28.452" v="639" actId="478"/>
        <pc:sldMkLst>
          <pc:docMk/>
          <pc:sldMk cId="2029301377" sldId="341"/>
        </pc:sldMkLst>
        <pc:spChg chg="mod">
          <ac:chgData name="Groot, R. de (Rowdy)" userId="d45d140b-6c8f-4214-8fa5-f6d9c5444af9" providerId="ADAL" clId="{AA022091-E320-49A5-8F36-E3087543EBCE}" dt="2026-04-03T12:54:29.487" v="536" actId="20577"/>
          <ac:spMkLst>
            <pc:docMk/>
            <pc:sldMk cId="2029301377" sldId="341"/>
            <ac:spMk id="2" creationId="{0EDBA1E5-E203-C3AE-A75A-828F4548ACDE}"/>
          </ac:spMkLst>
        </pc:spChg>
        <pc:spChg chg="mod">
          <ac:chgData name="Groot, R. de (Rowdy)" userId="d45d140b-6c8f-4214-8fa5-f6d9c5444af9" providerId="ADAL" clId="{AA022091-E320-49A5-8F36-E3087543EBCE}" dt="2026-04-03T13:04:20.038" v="634" actId="20577"/>
          <ac:spMkLst>
            <pc:docMk/>
            <pc:sldMk cId="2029301377" sldId="341"/>
            <ac:spMk id="3" creationId="{4E3DA48A-3E5A-E515-2420-DE6ACA408220}"/>
          </ac:spMkLst>
        </pc:spChg>
      </pc:sldChg>
      <pc:sldChg chg="delSp modSp new mod">
        <pc:chgData name="Groot, R. de (Rowdy)" userId="d45d140b-6c8f-4214-8fa5-f6d9c5444af9" providerId="ADAL" clId="{AA022091-E320-49A5-8F36-E3087543EBCE}" dt="2026-04-03T13:05:22.844" v="637" actId="478"/>
        <pc:sldMkLst>
          <pc:docMk/>
          <pc:sldMk cId="1694574625" sldId="342"/>
        </pc:sldMkLst>
        <pc:spChg chg="mod">
          <ac:chgData name="Groot, R. de (Rowdy)" userId="d45d140b-6c8f-4214-8fa5-f6d9c5444af9" providerId="ADAL" clId="{AA022091-E320-49A5-8F36-E3087543EBCE}" dt="2026-04-03T12:55:40.619" v="569" actId="20577"/>
          <ac:spMkLst>
            <pc:docMk/>
            <pc:sldMk cId="1694574625" sldId="342"/>
            <ac:spMk id="2" creationId="{C4D268CC-910B-6783-30A0-EF015D8EAC54}"/>
          </ac:spMkLst>
        </pc:spChg>
        <pc:spChg chg="mod">
          <ac:chgData name="Groot, R. de (Rowdy)" userId="d45d140b-6c8f-4214-8fa5-f6d9c5444af9" providerId="ADAL" clId="{AA022091-E320-49A5-8F36-E3087543EBCE}" dt="2026-04-03T12:57:19.680" v="596"/>
          <ac:spMkLst>
            <pc:docMk/>
            <pc:sldMk cId="1694574625" sldId="342"/>
            <ac:spMk id="3" creationId="{FDBFA22D-0953-D719-7DC6-D0E30E306EE1}"/>
          </ac:spMkLst>
        </pc:spChg>
      </pc:sldChg>
      <pc:sldChg chg="delSp modSp new mod">
        <pc:chgData name="Groot, R. de (Rowdy)" userId="d45d140b-6c8f-4214-8fa5-f6d9c5444af9" providerId="ADAL" clId="{AA022091-E320-49A5-8F36-E3087543EBCE}" dt="2026-04-03T13:05:19.846" v="636" actId="478"/>
        <pc:sldMkLst>
          <pc:docMk/>
          <pc:sldMk cId="1753783469" sldId="343"/>
        </pc:sldMkLst>
        <pc:spChg chg="mod">
          <ac:chgData name="Groot, R. de (Rowdy)" userId="d45d140b-6c8f-4214-8fa5-f6d9c5444af9" providerId="ADAL" clId="{AA022091-E320-49A5-8F36-E3087543EBCE}" dt="2026-04-03T12:56:26.655" v="594" actId="20577"/>
          <ac:spMkLst>
            <pc:docMk/>
            <pc:sldMk cId="1753783469" sldId="343"/>
            <ac:spMk id="2" creationId="{03AB6F26-016B-A9A8-BECB-EE1942FD1BEC}"/>
          </ac:spMkLst>
        </pc:spChg>
        <pc:spChg chg="mod">
          <ac:chgData name="Groot, R. de (Rowdy)" userId="d45d140b-6c8f-4214-8fa5-f6d9c5444af9" providerId="ADAL" clId="{AA022091-E320-49A5-8F36-E3087543EBCE}" dt="2026-04-03T12:56:20.309" v="575"/>
          <ac:spMkLst>
            <pc:docMk/>
            <pc:sldMk cId="1753783469" sldId="343"/>
            <ac:spMk id="3" creationId="{BA75B0F4-1DD9-DFB5-125E-16B67AA1F667}"/>
          </ac:spMkLst>
        </pc:spChg>
      </pc:sldChg>
      <pc:sldChg chg="delSp modSp new mod">
        <pc:chgData name="Groot, R. de (Rowdy)" userId="d45d140b-6c8f-4214-8fa5-f6d9c5444af9" providerId="ADAL" clId="{AA022091-E320-49A5-8F36-E3087543EBCE}" dt="2026-04-03T13:05:25.345" v="638" actId="478"/>
        <pc:sldMkLst>
          <pc:docMk/>
          <pc:sldMk cId="3059071696" sldId="344"/>
        </pc:sldMkLst>
        <pc:spChg chg="mod">
          <ac:chgData name="Groot, R. de (Rowdy)" userId="d45d140b-6c8f-4214-8fa5-f6d9c5444af9" providerId="ADAL" clId="{AA022091-E320-49A5-8F36-E3087543EBCE}" dt="2026-04-03T13:00:11.827" v="621" actId="20577"/>
          <ac:spMkLst>
            <pc:docMk/>
            <pc:sldMk cId="3059071696" sldId="344"/>
            <ac:spMk id="2" creationId="{7EDA9718-0CAA-7646-D391-60CB5603C716}"/>
          </ac:spMkLst>
        </pc:spChg>
        <pc:spChg chg="mod">
          <ac:chgData name="Groot, R. de (Rowdy)" userId="d45d140b-6c8f-4214-8fa5-f6d9c5444af9" providerId="ADAL" clId="{AA022091-E320-49A5-8F36-E3087543EBCE}" dt="2026-04-03T13:00:13.565" v="622"/>
          <ac:spMkLst>
            <pc:docMk/>
            <pc:sldMk cId="3059071696" sldId="344"/>
            <ac:spMk id="3" creationId="{957009EA-4BDD-8CCA-37FF-1035CF2D7AE8}"/>
          </ac:spMkLst>
        </pc:spChg>
      </pc:sldChg>
      <pc:sldChg chg="delSp modSp new mod">
        <pc:chgData name="Groot, R. de (Rowdy)" userId="d45d140b-6c8f-4214-8fa5-f6d9c5444af9" providerId="ADAL" clId="{AA022091-E320-49A5-8F36-E3087543EBCE}" dt="2026-04-09T13:09:10.550" v="672" actId="14100"/>
        <pc:sldMkLst>
          <pc:docMk/>
          <pc:sldMk cId="3351742741" sldId="345"/>
        </pc:sldMkLst>
        <pc:spChg chg="mod">
          <ac:chgData name="Groot, R. de (Rowdy)" userId="d45d140b-6c8f-4214-8fa5-f6d9c5444af9" providerId="ADAL" clId="{AA022091-E320-49A5-8F36-E3087543EBCE}" dt="2026-04-09T13:07:40.830" v="669" actId="20577"/>
          <ac:spMkLst>
            <pc:docMk/>
            <pc:sldMk cId="3351742741" sldId="345"/>
            <ac:spMk id="2" creationId="{5F944CE4-0E1E-2AB1-AD3E-85ACA270A18E}"/>
          </ac:spMkLst>
        </pc:spChg>
        <pc:spChg chg="mod">
          <ac:chgData name="Groot, R. de (Rowdy)" userId="d45d140b-6c8f-4214-8fa5-f6d9c5444af9" providerId="ADAL" clId="{AA022091-E320-49A5-8F36-E3087543EBCE}" dt="2026-04-09T13:09:10.550" v="672" actId="14100"/>
          <ac:spMkLst>
            <pc:docMk/>
            <pc:sldMk cId="3351742741" sldId="345"/>
            <ac:spMk id="3" creationId="{E4BBB7C2-1790-A69A-E18B-1788F2A55C87}"/>
          </ac:spMkLst>
        </pc:spChg>
        <pc:spChg chg="del">
          <ac:chgData name="Groot, R. de (Rowdy)" userId="d45d140b-6c8f-4214-8fa5-f6d9c5444af9" providerId="ADAL" clId="{AA022091-E320-49A5-8F36-E3087543EBCE}" dt="2026-04-09T13:09:05.523" v="671" actId="478"/>
          <ac:spMkLst>
            <pc:docMk/>
            <pc:sldMk cId="3351742741" sldId="345"/>
            <ac:spMk id="4" creationId="{D916018F-AB29-B2B7-6ED8-31073AC3F85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459EA-9E68-4B15-ADD3-336A8DAC671A}" type="datetimeFigureOut">
              <a:rPr lang="nl-NL" smtClean="0"/>
              <a:t>9-4-2026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8A1BD9-1485-432A-A1B9-E1F7C6F5821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08112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sv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- patient c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hoek 10">
            <a:extLst>
              <a:ext uri="{FF2B5EF4-FFF2-40B4-BE49-F238E27FC236}">
                <a16:creationId xmlns:a16="http://schemas.microsoft.com/office/drawing/2014/main" id="{333C430D-E413-4705-BF87-59067A65F4AD}"/>
              </a:ext>
            </a:extLst>
          </p:cNvPr>
          <p:cNvSpPr/>
          <p:nvPr userDrawn="1"/>
        </p:nvSpPr>
        <p:spPr>
          <a:xfrm>
            <a:off x="0" y="598714"/>
            <a:ext cx="12192000" cy="2943610"/>
          </a:xfrm>
          <a:prstGeom prst="rect">
            <a:avLst/>
          </a:prstGeom>
          <a:solidFill>
            <a:srgbClr val="E89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Tijdelijke aanduiding voor afbeelding 14">
            <a:extLst>
              <a:ext uri="{FF2B5EF4-FFF2-40B4-BE49-F238E27FC236}">
                <a16:creationId xmlns:a16="http://schemas.microsoft.com/office/drawing/2014/main" id="{2DCE008E-4AC9-41CA-AD71-DCFAAF3FCE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12192000" cy="3429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nl-NL"/>
          </a:p>
        </p:txBody>
      </p:sp>
      <p:grpSp>
        <p:nvGrpSpPr>
          <p:cNvPr id="60" name="Groep 59">
            <a:extLst>
              <a:ext uri="{FF2B5EF4-FFF2-40B4-BE49-F238E27FC236}">
                <a16:creationId xmlns:a16="http://schemas.microsoft.com/office/drawing/2014/main" id="{23432A2F-9573-4D30-A457-51313B3F8441}"/>
              </a:ext>
            </a:extLst>
          </p:cNvPr>
          <p:cNvGrpSpPr/>
          <p:nvPr userDrawn="1"/>
        </p:nvGrpSpPr>
        <p:grpSpPr>
          <a:xfrm>
            <a:off x="4309680" y="-733"/>
            <a:ext cx="3565908" cy="992921"/>
            <a:chOff x="4309680" y="-733"/>
            <a:chExt cx="3565908" cy="992921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78C8C806-1C8D-4CAE-B87E-C4933CC01D6B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313238" y="0"/>
              <a:ext cx="3562350" cy="992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3F361E0-61C0-45A7-B38F-0F04302A48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9680" y="-733"/>
              <a:ext cx="3561146" cy="986572"/>
            </a:xfrm>
            <a:custGeom>
              <a:avLst/>
              <a:gdLst>
                <a:gd name="T0" fmla="*/ 0 w 9343"/>
                <a:gd name="T1" fmla="*/ 0 h 3048"/>
                <a:gd name="T2" fmla="*/ 0 w 9343"/>
                <a:gd name="T3" fmla="*/ 2148 h 3048"/>
                <a:gd name="T4" fmla="*/ 900 w 9343"/>
                <a:gd name="T5" fmla="*/ 3048 h 3048"/>
                <a:gd name="T6" fmla="*/ 8443 w 9343"/>
                <a:gd name="T7" fmla="*/ 3048 h 3048"/>
                <a:gd name="T8" fmla="*/ 9343 w 9343"/>
                <a:gd name="T9" fmla="*/ 2148 h 3048"/>
                <a:gd name="T10" fmla="*/ 9343 w 9343"/>
                <a:gd name="T11" fmla="*/ 0 h 3048"/>
                <a:gd name="T12" fmla="*/ 0 w 9343"/>
                <a:gd name="T13" fmla="*/ 0 h 3048"/>
                <a:gd name="connsiteX0" fmla="*/ 0 w 10000"/>
                <a:gd name="connsiteY0" fmla="*/ 0 h 10000"/>
                <a:gd name="connsiteX1" fmla="*/ 0 w 10000"/>
                <a:gd name="connsiteY1" fmla="*/ 7047 h 10000"/>
                <a:gd name="connsiteX2" fmla="*/ 963 w 10000"/>
                <a:gd name="connsiteY2" fmla="*/ 10000 h 10000"/>
                <a:gd name="connsiteX3" fmla="*/ 9037 w 10000"/>
                <a:gd name="connsiteY3" fmla="*/ 10000 h 10000"/>
                <a:gd name="connsiteX4" fmla="*/ 10000 w 10000"/>
                <a:gd name="connsiteY4" fmla="*/ 7047 h 10000"/>
                <a:gd name="connsiteX5" fmla="*/ 10000 w 10000"/>
                <a:gd name="connsiteY5" fmla="*/ 1497 h 10000"/>
                <a:gd name="connsiteX6" fmla="*/ 0 w 10000"/>
                <a:gd name="connsiteY6" fmla="*/ 0 h 10000"/>
                <a:gd name="connsiteX0" fmla="*/ 0 w 10010"/>
                <a:gd name="connsiteY0" fmla="*/ 125 h 8503"/>
                <a:gd name="connsiteX1" fmla="*/ 10 w 10010"/>
                <a:gd name="connsiteY1" fmla="*/ 5550 h 8503"/>
                <a:gd name="connsiteX2" fmla="*/ 973 w 10010"/>
                <a:gd name="connsiteY2" fmla="*/ 8503 h 8503"/>
                <a:gd name="connsiteX3" fmla="*/ 9047 w 10010"/>
                <a:gd name="connsiteY3" fmla="*/ 8503 h 8503"/>
                <a:gd name="connsiteX4" fmla="*/ 10010 w 10010"/>
                <a:gd name="connsiteY4" fmla="*/ 5550 h 8503"/>
                <a:gd name="connsiteX5" fmla="*/ 10010 w 10010"/>
                <a:gd name="connsiteY5" fmla="*/ 0 h 8503"/>
                <a:gd name="connsiteX6" fmla="*/ 0 w 10010"/>
                <a:gd name="connsiteY6" fmla="*/ 125 h 8503"/>
                <a:gd name="connsiteX0" fmla="*/ 0 w 10000"/>
                <a:gd name="connsiteY0" fmla="*/ 37 h 10000"/>
                <a:gd name="connsiteX1" fmla="*/ 10 w 10000"/>
                <a:gd name="connsiteY1" fmla="*/ 6527 h 10000"/>
                <a:gd name="connsiteX2" fmla="*/ 972 w 10000"/>
                <a:gd name="connsiteY2" fmla="*/ 10000 h 10000"/>
                <a:gd name="connsiteX3" fmla="*/ 9038 w 10000"/>
                <a:gd name="connsiteY3" fmla="*/ 10000 h 10000"/>
                <a:gd name="connsiteX4" fmla="*/ 10000 w 10000"/>
                <a:gd name="connsiteY4" fmla="*/ 6527 h 10000"/>
                <a:gd name="connsiteX5" fmla="*/ 10000 w 10000"/>
                <a:gd name="connsiteY5" fmla="*/ 0 h 10000"/>
                <a:gd name="connsiteX6" fmla="*/ 0 w 10000"/>
                <a:gd name="connsiteY6" fmla="*/ 37 h 10000"/>
                <a:gd name="connsiteX0" fmla="*/ 0 w 10000"/>
                <a:gd name="connsiteY0" fmla="*/ 8 h 9971"/>
                <a:gd name="connsiteX1" fmla="*/ 10 w 10000"/>
                <a:gd name="connsiteY1" fmla="*/ 6498 h 9971"/>
                <a:gd name="connsiteX2" fmla="*/ 972 w 10000"/>
                <a:gd name="connsiteY2" fmla="*/ 9971 h 9971"/>
                <a:gd name="connsiteX3" fmla="*/ 9038 w 10000"/>
                <a:gd name="connsiteY3" fmla="*/ 9971 h 9971"/>
                <a:gd name="connsiteX4" fmla="*/ 10000 w 10000"/>
                <a:gd name="connsiteY4" fmla="*/ 6498 h 9971"/>
                <a:gd name="connsiteX5" fmla="*/ 9992 w 10000"/>
                <a:gd name="connsiteY5" fmla="*/ 0 h 9971"/>
                <a:gd name="connsiteX6" fmla="*/ 0 w 10000"/>
                <a:gd name="connsiteY6" fmla="*/ 8 h 9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00" h="9971">
                  <a:moveTo>
                    <a:pt x="0" y="8"/>
                  </a:moveTo>
                  <a:cubicBezTo>
                    <a:pt x="3" y="2134"/>
                    <a:pt x="7" y="4372"/>
                    <a:pt x="10" y="6498"/>
                  </a:cubicBezTo>
                  <a:cubicBezTo>
                    <a:pt x="10" y="8416"/>
                    <a:pt x="441" y="9971"/>
                    <a:pt x="972" y="9971"/>
                  </a:cubicBezTo>
                  <a:lnTo>
                    <a:pt x="9038" y="9971"/>
                  </a:lnTo>
                  <a:cubicBezTo>
                    <a:pt x="9569" y="9971"/>
                    <a:pt x="10000" y="8416"/>
                    <a:pt x="10000" y="6498"/>
                  </a:cubicBezTo>
                  <a:cubicBezTo>
                    <a:pt x="9997" y="4332"/>
                    <a:pt x="9995" y="2166"/>
                    <a:pt x="9992" y="0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pic>
          <p:nvPicPr>
            <p:cNvPr id="58" name="Afbeelding 57">
              <a:extLst>
                <a:ext uri="{FF2B5EF4-FFF2-40B4-BE49-F238E27FC236}">
                  <a16:creationId xmlns:a16="http://schemas.microsoft.com/office/drawing/2014/main" id="{7FA52067-A26A-4DC2-9C65-6AA60AED6E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96588" y="297838"/>
              <a:ext cx="2790888" cy="504057"/>
            </a:xfrm>
            <a:prstGeom prst="rect">
              <a:avLst/>
            </a:prstGeom>
          </p:spPr>
        </p:pic>
      </p:grpSp>
      <p:sp>
        <p:nvSpPr>
          <p:cNvPr id="10" name="Titel 1">
            <a:extLst>
              <a:ext uri="{FF2B5EF4-FFF2-40B4-BE49-F238E27FC236}">
                <a16:creationId xmlns:a16="http://schemas.microsoft.com/office/drawing/2014/main" id="{1CAAE213-2384-4B05-822C-4E2B7D82365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3143" y="1057047"/>
            <a:ext cx="10776857" cy="1152751"/>
          </a:xfrm>
        </p:spPr>
        <p:txBody>
          <a:bodyPr anchor="b">
            <a:normAutofit/>
          </a:bodyPr>
          <a:lstStyle>
            <a:lvl1pPr algn="l">
              <a:defRPr sz="5000" b="1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nl-NL"/>
              <a:t>Enter </a:t>
            </a:r>
            <a:r>
              <a:rPr lang="nl-NL" err="1"/>
              <a:t>title</a:t>
            </a:r>
            <a:r>
              <a:rPr lang="nl-NL"/>
              <a:t> here</a:t>
            </a:r>
          </a:p>
        </p:txBody>
      </p:sp>
      <p:sp>
        <p:nvSpPr>
          <p:cNvPr id="12" name="Ondertitel 2">
            <a:extLst>
              <a:ext uri="{FF2B5EF4-FFF2-40B4-BE49-F238E27FC236}">
                <a16:creationId xmlns:a16="http://schemas.microsoft.com/office/drawing/2014/main" id="{F8916971-DD3E-4173-80E9-A5B8E4B786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4915" y="2340428"/>
            <a:ext cx="10776857" cy="6531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800" b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Enter sub </a:t>
            </a:r>
            <a:r>
              <a:rPr lang="nl-NL" err="1"/>
              <a:t>title</a:t>
            </a:r>
            <a:r>
              <a:rPr lang="nl-NL"/>
              <a:t> here</a:t>
            </a:r>
          </a:p>
        </p:txBody>
      </p:sp>
    </p:spTree>
    <p:extLst>
      <p:ext uri="{BB962C8B-B14F-4D97-AF65-F5344CB8AC3E}">
        <p14:creationId xmlns:p14="http://schemas.microsoft.com/office/powerpoint/2010/main" val="372566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patient c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841DAF-11CD-4D6E-A9E2-F440749B11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1100092"/>
            <a:ext cx="10766044" cy="1325563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nl-NL"/>
              <a:t>Enter </a:t>
            </a:r>
            <a:r>
              <a:rPr lang="nl-NL" err="1"/>
              <a:t>title</a:t>
            </a:r>
            <a:r>
              <a:rPr lang="nl-NL"/>
              <a:t> here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C18372C-9B21-4DA0-8A35-9ACF44B7D0B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73100" y="2425655"/>
            <a:ext cx="5346700" cy="37513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3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err="1"/>
              <a:t>Regular</a:t>
            </a:r>
            <a:r>
              <a:rPr lang="nl-NL"/>
              <a:t> </a:t>
            </a:r>
            <a:r>
              <a:rPr lang="nl-NL" err="1"/>
              <a:t>text</a:t>
            </a:r>
            <a:r>
              <a:rPr lang="nl-NL"/>
              <a:t> </a:t>
            </a:r>
            <a:r>
              <a:rPr lang="nl-NL" err="1"/>
              <a:t>goes</a:t>
            </a:r>
            <a:r>
              <a:rPr lang="nl-NL"/>
              <a:t> here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C723EE4-8616-4984-A1F0-0582DFEC573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91072" y="2425655"/>
            <a:ext cx="5148072" cy="3751308"/>
          </a:xfrm>
          <a:prstGeom prst="rect">
            <a:avLst/>
          </a:prstGeom>
        </p:spPr>
        <p:txBody>
          <a:bodyPr/>
          <a:lstStyle>
            <a:lvl1pPr>
              <a:lnSpc>
                <a:spcPct val="125000"/>
              </a:lnSpc>
              <a:spcBef>
                <a:spcPts val="0"/>
              </a:spcBef>
              <a:defRPr sz="2300"/>
            </a:lvl1pPr>
            <a:lvl2pPr>
              <a:defRPr sz="2300"/>
            </a:lvl2pPr>
            <a:lvl3pPr>
              <a:defRPr sz="2300"/>
            </a:lvl3pPr>
            <a:lvl4pPr>
              <a:defRPr sz="2300"/>
            </a:lvl4pPr>
            <a:lvl5pPr>
              <a:defRPr sz="2300"/>
            </a:lvl5pPr>
          </a:lstStyle>
          <a:p>
            <a:pPr lvl="0"/>
            <a:r>
              <a:rPr lang="nl-NL"/>
              <a:t>Or </a:t>
            </a:r>
            <a:r>
              <a:rPr lang="nl-NL" err="1"/>
              <a:t>use</a:t>
            </a:r>
            <a:r>
              <a:rPr lang="nl-NL"/>
              <a:t> a </a:t>
            </a:r>
            <a:r>
              <a:rPr lang="nl-NL" err="1"/>
              <a:t>bullet</a:t>
            </a:r>
            <a:r>
              <a:rPr lang="nl-NL"/>
              <a:t> list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493DA45-1050-4E5B-B003-C91658D3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Example footer | July 2018</a:t>
            </a:r>
          </a:p>
        </p:txBody>
      </p:sp>
    </p:spTree>
    <p:extLst>
      <p:ext uri="{BB962C8B-B14F-4D97-AF65-F5344CB8AC3E}">
        <p14:creationId xmlns:p14="http://schemas.microsoft.com/office/powerpoint/2010/main" val="1367457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- patient c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841DAF-11CD-4D6E-A9E2-F440749B11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1100092"/>
            <a:ext cx="10766044" cy="1325563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nl-NL"/>
              <a:t>Enter </a:t>
            </a:r>
            <a:r>
              <a:rPr lang="nl-NL" err="1"/>
              <a:t>title</a:t>
            </a:r>
            <a:r>
              <a:rPr lang="nl-NL"/>
              <a:t> here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C723EE4-8616-4984-A1F0-0582DFEC573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94944" y="2425655"/>
            <a:ext cx="10744200" cy="3751308"/>
          </a:xfrm>
          <a:prstGeom prst="rect">
            <a:avLst/>
          </a:prstGeom>
        </p:spPr>
        <p:txBody>
          <a:bodyPr/>
          <a:lstStyle>
            <a:lvl1pPr>
              <a:lnSpc>
                <a:spcPct val="125000"/>
              </a:lnSpc>
              <a:spcBef>
                <a:spcPts val="0"/>
              </a:spcBef>
              <a:defRPr sz="2300"/>
            </a:lvl1pPr>
            <a:lvl2pPr>
              <a:defRPr sz="2300"/>
            </a:lvl2pPr>
            <a:lvl3pPr>
              <a:defRPr sz="2300"/>
            </a:lvl3pPr>
            <a:lvl4pPr>
              <a:defRPr sz="2300"/>
            </a:lvl4pPr>
            <a:lvl5pPr>
              <a:defRPr sz="2300"/>
            </a:lvl5pPr>
          </a:lstStyle>
          <a:p>
            <a:pPr lvl="0"/>
            <a:r>
              <a:rPr lang="nl-NL"/>
              <a:t>Enter </a:t>
            </a:r>
            <a:r>
              <a:rPr lang="nl-NL" err="1"/>
              <a:t>bullet</a:t>
            </a:r>
            <a:r>
              <a:rPr lang="nl-NL"/>
              <a:t> </a:t>
            </a:r>
            <a:r>
              <a:rPr lang="nl-NL" err="1"/>
              <a:t>text</a:t>
            </a:r>
            <a:r>
              <a:rPr lang="nl-NL"/>
              <a:t> here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493DA45-1050-4E5B-B003-C91658D3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Example footer | July 2018</a:t>
            </a:r>
          </a:p>
        </p:txBody>
      </p:sp>
    </p:spTree>
    <p:extLst>
      <p:ext uri="{BB962C8B-B14F-4D97-AF65-F5344CB8AC3E}">
        <p14:creationId xmlns:p14="http://schemas.microsoft.com/office/powerpoint/2010/main" val="2128250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- patient c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841DAF-11CD-4D6E-A9E2-F440749B11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1439708"/>
            <a:ext cx="5346700" cy="646331"/>
          </a:xfrm>
        </p:spPr>
        <p:txBody>
          <a:bodyPr anchor="t" anchorCtr="0">
            <a:spAutoFit/>
          </a:bodyPr>
          <a:lstStyle>
            <a:lvl1pPr>
              <a:defRPr/>
            </a:lvl1pPr>
          </a:lstStyle>
          <a:p>
            <a:r>
              <a:rPr lang="nl-NL"/>
              <a:t>Enter </a:t>
            </a:r>
            <a:r>
              <a:rPr lang="nl-NL" err="1"/>
              <a:t>title</a:t>
            </a:r>
            <a:r>
              <a:rPr lang="nl-NL"/>
              <a:t> here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C18372C-9B21-4DA0-8A35-9ACF44B7D0B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73100" y="2350009"/>
            <a:ext cx="5346700" cy="355917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23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Enter </a:t>
            </a:r>
            <a:r>
              <a:rPr lang="nl-NL" err="1"/>
              <a:t>plain</a:t>
            </a:r>
            <a:r>
              <a:rPr lang="nl-NL"/>
              <a:t> </a:t>
            </a:r>
            <a:r>
              <a:rPr lang="nl-NL" err="1"/>
              <a:t>text</a:t>
            </a:r>
            <a:r>
              <a:rPr lang="nl-NL"/>
              <a:t> or </a:t>
            </a:r>
            <a:r>
              <a:rPr lang="nl-NL" err="1"/>
              <a:t>bullets</a:t>
            </a:r>
            <a:r>
              <a:rPr lang="nl-NL"/>
              <a:t> here.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493DA45-1050-4E5B-B003-C91658D3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Example footer | July 2018</a:t>
            </a:r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B01829AF-F5A5-489C-90FE-660E14CFDB8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61113" y="1543665"/>
            <a:ext cx="5054600" cy="4365521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060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it colored bg - patient c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59E529B3-AB90-4577-AB7E-9471B1A4493D}"/>
              </a:ext>
            </a:extLst>
          </p:cNvPr>
          <p:cNvSpPr/>
          <p:nvPr userDrawn="1"/>
        </p:nvSpPr>
        <p:spPr>
          <a:xfrm>
            <a:off x="0" y="6263370"/>
            <a:ext cx="12192000" cy="5946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77FC29EB-7314-49D1-BCCF-0C1FC9DD7AFF}"/>
              </a:ext>
            </a:extLst>
          </p:cNvPr>
          <p:cNvSpPr/>
          <p:nvPr userDrawn="1"/>
        </p:nvSpPr>
        <p:spPr>
          <a:xfrm>
            <a:off x="0" y="1540932"/>
            <a:ext cx="6096000" cy="4722439"/>
          </a:xfrm>
          <a:prstGeom prst="rect">
            <a:avLst/>
          </a:prstGeom>
          <a:solidFill>
            <a:srgbClr val="E89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C18372C-9B21-4DA0-8A35-9ACF44B7D0B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7700" y="2705101"/>
            <a:ext cx="5359400" cy="32040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2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Enter </a:t>
            </a:r>
            <a:r>
              <a:rPr lang="nl-NL" err="1"/>
              <a:t>plain</a:t>
            </a:r>
            <a:r>
              <a:rPr lang="nl-NL"/>
              <a:t> tekst or </a:t>
            </a:r>
            <a:r>
              <a:rPr lang="nl-NL" err="1"/>
              <a:t>bullets</a:t>
            </a:r>
            <a:r>
              <a:rPr lang="nl-NL"/>
              <a:t> here.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493DA45-1050-4E5B-B003-C91658D3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Example footer | July 2018</a:t>
            </a:r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B01829AF-F5A5-489C-90FE-660E14CFDB8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540933"/>
            <a:ext cx="6096000" cy="4722440"/>
          </a:xfrm>
          <a:prstGeom prst="rect">
            <a:avLst/>
          </a:prstGeom>
          <a:blipFill dpi="0" rotWithShape="1">
            <a:blip r:embed="rId2"/>
            <a:srcRect/>
            <a:tile tx="0" ty="0" sx="60000" sy="60000" flip="none" algn="tl"/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6841DAF-11CD-4D6E-A9E2-F440749B11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1884145"/>
            <a:ext cx="5346700" cy="64633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Enter </a:t>
            </a:r>
            <a:r>
              <a:rPr lang="nl-NL" err="1"/>
              <a:t>title</a:t>
            </a:r>
            <a:r>
              <a:rPr lang="nl-NL"/>
              <a:t> here</a:t>
            </a:r>
          </a:p>
        </p:txBody>
      </p:sp>
    </p:spTree>
    <p:extLst>
      <p:ext uri="{BB962C8B-B14F-4D97-AF65-F5344CB8AC3E}">
        <p14:creationId xmlns:p14="http://schemas.microsoft.com/office/powerpoint/2010/main" val="165975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ndscape colored bg - patient c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77FC29EB-7314-49D1-BCCF-0C1FC9DD7AFF}"/>
              </a:ext>
            </a:extLst>
          </p:cNvPr>
          <p:cNvSpPr/>
          <p:nvPr userDrawn="1"/>
        </p:nvSpPr>
        <p:spPr>
          <a:xfrm>
            <a:off x="0" y="4360985"/>
            <a:ext cx="12192000" cy="1900987"/>
          </a:xfrm>
          <a:prstGeom prst="rect">
            <a:avLst/>
          </a:prstGeom>
          <a:solidFill>
            <a:srgbClr val="E89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59E529B3-AB90-4577-AB7E-9471B1A4493D}"/>
              </a:ext>
            </a:extLst>
          </p:cNvPr>
          <p:cNvSpPr/>
          <p:nvPr userDrawn="1"/>
        </p:nvSpPr>
        <p:spPr>
          <a:xfrm>
            <a:off x="0" y="6263370"/>
            <a:ext cx="12192000" cy="5946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C18372C-9B21-4DA0-8A35-9ACF44B7D0B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7224" y="4591050"/>
            <a:ext cx="5438775" cy="14287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2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Enter </a:t>
            </a:r>
            <a:r>
              <a:rPr lang="nl-NL" err="1"/>
              <a:t>plain</a:t>
            </a:r>
            <a:r>
              <a:rPr lang="nl-NL"/>
              <a:t> tekst or </a:t>
            </a:r>
            <a:r>
              <a:rPr lang="nl-NL" err="1"/>
              <a:t>bullets</a:t>
            </a:r>
            <a:r>
              <a:rPr lang="nl-NL"/>
              <a:t> here.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493DA45-1050-4E5B-B003-C91658D3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Example footer | July 2018</a:t>
            </a:r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B01829AF-F5A5-489C-90FE-660E14CFDB8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543050"/>
            <a:ext cx="6096000" cy="2816537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6841DAF-11CD-4D6E-A9E2-F440749B11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1884145"/>
            <a:ext cx="5346700" cy="64633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Hier de titel</a:t>
            </a:r>
          </a:p>
        </p:txBody>
      </p:sp>
      <p:sp>
        <p:nvSpPr>
          <p:cNvPr id="10" name="Tijdelijke aanduiding voor afbeelding 8">
            <a:extLst>
              <a:ext uri="{FF2B5EF4-FFF2-40B4-BE49-F238E27FC236}">
                <a16:creationId xmlns:a16="http://schemas.microsoft.com/office/drawing/2014/main" id="{2567F586-9BCF-4F4E-9B12-659A83DECC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543050"/>
            <a:ext cx="6096000" cy="2816537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nl-NL"/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0E57F8D3-B0E4-4983-AE22-66D32A275319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6024" y="4600575"/>
            <a:ext cx="5438775" cy="142875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Enter </a:t>
            </a:r>
            <a:r>
              <a:rPr lang="nl-NL" err="1"/>
              <a:t>bullets</a:t>
            </a:r>
            <a:r>
              <a:rPr lang="nl-NL"/>
              <a:t> here</a:t>
            </a:r>
          </a:p>
        </p:txBody>
      </p:sp>
    </p:spTree>
    <p:extLst>
      <p:ext uri="{BB962C8B-B14F-4D97-AF65-F5344CB8AC3E}">
        <p14:creationId xmlns:p14="http://schemas.microsoft.com/office/powerpoint/2010/main" val="4141098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- resear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hoek 10">
            <a:extLst>
              <a:ext uri="{FF2B5EF4-FFF2-40B4-BE49-F238E27FC236}">
                <a16:creationId xmlns:a16="http://schemas.microsoft.com/office/drawing/2014/main" id="{333C430D-E413-4705-BF87-59067A65F4AD}"/>
              </a:ext>
            </a:extLst>
          </p:cNvPr>
          <p:cNvSpPr/>
          <p:nvPr userDrawn="1"/>
        </p:nvSpPr>
        <p:spPr>
          <a:xfrm>
            <a:off x="0" y="603738"/>
            <a:ext cx="12192000" cy="2825262"/>
          </a:xfrm>
          <a:prstGeom prst="rect">
            <a:avLst/>
          </a:prstGeom>
          <a:solidFill>
            <a:srgbClr val="009C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B1D3611-1177-48EA-A067-CEF0CDB424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3143" y="1057047"/>
            <a:ext cx="10776857" cy="1152751"/>
          </a:xfrm>
        </p:spPr>
        <p:txBody>
          <a:bodyPr anchor="b">
            <a:normAutofit/>
          </a:bodyPr>
          <a:lstStyle>
            <a:lvl1pPr algn="l">
              <a:defRPr sz="5000" b="1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nl-NL"/>
              <a:t>Enter </a:t>
            </a:r>
            <a:r>
              <a:rPr lang="nl-NL" err="1"/>
              <a:t>title</a:t>
            </a:r>
            <a:r>
              <a:rPr lang="nl-NL"/>
              <a:t> here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AC4A8E8-3E90-4C49-8DE9-AAB8EE4590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4915" y="2340428"/>
            <a:ext cx="10776857" cy="6531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800" b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Enter sub </a:t>
            </a:r>
            <a:r>
              <a:rPr lang="nl-NL" err="1"/>
              <a:t>title</a:t>
            </a:r>
            <a:r>
              <a:rPr lang="nl-NL"/>
              <a:t> here</a:t>
            </a:r>
          </a:p>
        </p:txBody>
      </p:sp>
      <p:sp>
        <p:nvSpPr>
          <p:cNvPr id="15" name="Tijdelijke aanduiding voor afbeelding 14">
            <a:extLst>
              <a:ext uri="{FF2B5EF4-FFF2-40B4-BE49-F238E27FC236}">
                <a16:creationId xmlns:a16="http://schemas.microsoft.com/office/drawing/2014/main" id="{2DCE008E-4AC9-41CA-AD71-DCFAAF3FCE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12192000" cy="3429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nl-NL"/>
          </a:p>
        </p:txBody>
      </p:sp>
      <p:grpSp>
        <p:nvGrpSpPr>
          <p:cNvPr id="13" name="Groep 12">
            <a:extLst>
              <a:ext uri="{FF2B5EF4-FFF2-40B4-BE49-F238E27FC236}">
                <a16:creationId xmlns:a16="http://schemas.microsoft.com/office/drawing/2014/main" id="{455BB8EC-FD7C-4339-9B77-EF3A7A679195}"/>
              </a:ext>
            </a:extLst>
          </p:cNvPr>
          <p:cNvGrpSpPr/>
          <p:nvPr userDrawn="1"/>
        </p:nvGrpSpPr>
        <p:grpSpPr>
          <a:xfrm>
            <a:off x="4309680" y="-733"/>
            <a:ext cx="3565908" cy="992921"/>
            <a:chOff x="4309680" y="-733"/>
            <a:chExt cx="3565908" cy="992921"/>
          </a:xfrm>
        </p:grpSpPr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41C2ED93-ADB9-4842-B417-6FB7F6480FF3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313238" y="0"/>
              <a:ext cx="3562350" cy="992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77C4B3ED-6D5B-4985-91AE-C722381822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9680" y="-733"/>
              <a:ext cx="3561146" cy="986572"/>
            </a:xfrm>
            <a:custGeom>
              <a:avLst/>
              <a:gdLst>
                <a:gd name="T0" fmla="*/ 0 w 9343"/>
                <a:gd name="T1" fmla="*/ 0 h 3048"/>
                <a:gd name="T2" fmla="*/ 0 w 9343"/>
                <a:gd name="T3" fmla="*/ 2148 h 3048"/>
                <a:gd name="T4" fmla="*/ 900 w 9343"/>
                <a:gd name="T5" fmla="*/ 3048 h 3048"/>
                <a:gd name="T6" fmla="*/ 8443 w 9343"/>
                <a:gd name="T7" fmla="*/ 3048 h 3048"/>
                <a:gd name="T8" fmla="*/ 9343 w 9343"/>
                <a:gd name="T9" fmla="*/ 2148 h 3048"/>
                <a:gd name="T10" fmla="*/ 9343 w 9343"/>
                <a:gd name="T11" fmla="*/ 0 h 3048"/>
                <a:gd name="T12" fmla="*/ 0 w 9343"/>
                <a:gd name="T13" fmla="*/ 0 h 3048"/>
                <a:gd name="connsiteX0" fmla="*/ 0 w 10000"/>
                <a:gd name="connsiteY0" fmla="*/ 0 h 10000"/>
                <a:gd name="connsiteX1" fmla="*/ 0 w 10000"/>
                <a:gd name="connsiteY1" fmla="*/ 7047 h 10000"/>
                <a:gd name="connsiteX2" fmla="*/ 963 w 10000"/>
                <a:gd name="connsiteY2" fmla="*/ 10000 h 10000"/>
                <a:gd name="connsiteX3" fmla="*/ 9037 w 10000"/>
                <a:gd name="connsiteY3" fmla="*/ 10000 h 10000"/>
                <a:gd name="connsiteX4" fmla="*/ 10000 w 10000"/>
                <a:gd name="connsiteY4" fmla="*/ 7047 h 10000"/>
                <a:gd name="connsiteX5" fmla="*/ 10000 w 10000"/>
                <a:gd name="connsiteY5" fmla="*/ 1497 h 10000"/>
                <a:gd name="connsiteX6" fmla="*/ 0 w 10000"/>
                <a:gd name="connsiteY6" fmla="*/ 0 h 10000"/>
                <a:gd name="connsiteX0" fmla="*/ 0 w 10010"/>
                <a:gd name="connsiteY0" fmla="*/ 125 h 8503"/>
                <a:gd name="connsiteX1" fmla="*/ 10 w 10010"/>
                <a:gd name="connsiteY1" fmla="*/ 5550 h 8503"/>
                <a:gd name="connsiteX2" fmla="*/ 973 w 10010"/>
                <a:gd name="connsiteY2" fmla="*/ 8503 h 8503"/>
                <a:gd name="connsiteX3" fmla="*/ 9047 w 10010"/>
                <a:gd name="connsiteY3" fmla="*/ 8503 h 8503"/>
                <a:gd name="connsiteX4" fmla="*/ 10010 w 10010"/>
                <a:gd name="connsiteY4" fmla="*/ 5550 h 8503"/>
                <a:gd name="connsiteX5" fmla="*/ 10010 w 10010"/>
                <a:gd name="connsiteY5" fmla="*/ 0 h 8503"/>
                <a:gd name="connsiteX6" fmla="*/ 0 w 10010"/>
                <a:gd name="connsiteY6" fmla="*/ 125 h 8503"/>
                <a:gd name="connsiteX0" fmla="*/ 0 w 10000"/>
                <a:gd name="connsiteY0" fmla="*/ 37 h 10000"/>
                <a:gd name="connsiteX1" fmla="*/ 10 w 10000"/>
                <a:gd name="connsiteY1" fmla="*/ 6527 h 10000"/>
                <a:gd name="connsiteX2" fmla="*/ 972 w 10000"/>
                <a:gd name="connsiteY2" fmla="*/ 10000 h 10000"/>
                <a:gd name="connsiteX3" fmla="*/ 9038 w 10000"/>
                <a:gd name="connsiteY3" fmla="*/ 10000 h 10000"/>
                <a:gd name="connsiteX4" fmla="*/ 10000 w 10000"/>
                <a:gd name="connsiteY4" fmla="*/ 6527 h 10000"/>
                <a:gd name="connsiteX5" fmla="*/ 10000 w 10000"/>
                <a:gd name="connsiteY5" fmla="*/ 0 h 10000"/>
                <a:gd name="connsiteX6" fmla="*/ 0 w 10000"/>
                <a:gd name="connsiteY6" fmla="*/ 37 h 10000"/>
                <a:gd name="connsiteX0" fmla="*/ 0 w 10000"/>
                <a:gd name="connsiteY0" fmla="*/ 8 h 9971"/>
                <a:gd name="connsiteX1" fmla="*/ 10 w 10000"/>
                <a:gd name="connsiteY1" fmla="*/ 6498 h 9971"/>
                <a:gd name="connsiteX2" fmla="*/ 972 w 10000"/>
                <a:gd name="connsiteY2" fmla="*/ 9971 h 9971"/>
                <a:gd name="connsiteX3" fmla="*/ 9038 w 10000"/>
                <a:gd name="connsiteY3" fmla="*/ 9971 h 9971"/>
                <a:gd name="connsiteX4" fmla="*/ 10000 w 10000"/>
                <a:gd name="connsiteY4" fmla="*/ 6498 h 9971"/>
                <a:gd name="connsiteX5" fmla="*/ 9992 w 10000"/>
                <a:gd name="connsiteY5" fmla="*/ 0 h 9971"/>
                <a:gd name="connsiteX6" fmla="*/ 0 w 10000"/>
                <a:gd name="connsiteY6" fmla="*/ 8 h 9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00" h="9971">
                  <a:moveTo>
                    <a:pt x="0" y="8"/>
                  </a:moveTo>
                  <a:cubicBezTo>
                    <a:pt x="3" y="2134"/>
                    <a:pt x="7" y="4372"/>
                    <a:pt x="10" y="6498"/>
                  </a:cubicBezTo>
                  <a:cubicBezTo>
                    <a:pt x="10" y="8416"/>
                    <a:pt x="441" y="9971"/>
                    <a:pt x="972" y="9971"/>
                  </a:cubicBezTo>
                  <a:lnTo>
                    <a:pt x="9038" y="9971"/>
                  </a:lnTo>
                  <a:cubicBezTo>
                    <a:pt x="9569" y="9971"/>
                    <a:pt x="10000" y="8416"/>
                    <a:pt x="10000" y="6498"/>
                  </a:cubicBezTo>
                  <a:cubicBezTo>
                    <a:pt x="9997" y="4332"/>
                    <a:pt x="9995" y="2166"/>
                    <a:pt x="9992" y="0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pic>
          <p:nvPicPr>
            <p:cNvPr id="17" name="Afbeelding 16">
              <a:extLst>
                <a:ext uri="{FF2B5EF4-FFF2-40B4-BE49-F238E27FC236}">
                  <a16:creationId xmlns:a16="http://schemas.microsoft.com/office/drawing/2014/main" id="{0949537F-98A9-4146-8DF4-81598976B81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96588" y="297838"/>
              <a:ext cx="2790888" cy="5040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23308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resear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841DAF-11CD-4D6E-A9E2-F440749B11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1100092"/>
            <a:ext cx="10766044" cy="1325563"/>
          </a:xfrm>
        </p:spPr>
        <p:txBody>
          <a:bodyPr>
            <a:noAutofit/>
          </a:bodyPr>
          <a:lstStyle>
            <a:lvl1pPr>
              <a:defRPr>
                <a:solidFill>
                  <a:srgbClr val="009CB4"/>
                </a:solidFill>
              </a:defRPr>
            </a:lvl1pPr>
          </a:lstStyle>
          <a:p>
            <a:r>
              <a:rPr lang="nl-NL"/>
              <a:t>Enter </a:t>
            </a:r>
            <a:r>
              <a:rPr lang="nl-NL" err="1"/>
              <a:t>title</a:t>
            </a:r>
            <a:r>
              <a:rPr lang="nl-NL"/>
              <a:t> here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C18372C-9B21-4DA0-8A35-9ACF44B7D0B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73100" y="2425655"/>
            <a:ext cx="5346700" cy="37513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3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err="1"/>
              <a:t>Plain</a:t>
            </a:r>
            <a:r>
              <a:rPr lang="nl-NL"/>
              <a:t> </a:t>
            </a:r>
            <a:r>
              <a:rPr lang="nl-NL" err="1"/>
              <a:t>text</a:t>
            </a:r>
            <a:r>
              <a:rPr lang="nl-NL"/>
              <a:t> </a:t>
            </a:r>
            <a:r>
              <a:rPr lang="nl-NL" err="1"/>
              <a:t>goes</a:t>
            </a:r>
            <a:r>
              <a:rPr lang="nl-NL"/>
              <a:t> here.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C723EE4-8616-4984-A1F0-0582DFEC573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91072" y="2425655"/>
            <a:ext cx="5148072" cy="3751308"/>
          </a:xfrm>
          <a:prstGeom prst="rect">
            <a:avLst/>
          </a:prstGeom>
        </p:spPr>
        <p:txBody>
          <a:bodyPr/>
          <a:lstStyle>
            <a:lvl1pPr>
              <a:lnSpc>
                <a:spcPct val="125000"/>
              </a:lnSpc>
              <a:spcBef>
                <a:spcPts val="0"/>
              </a:spcBef>
              <a:defRPr sz="2300"/>
            </a:lvl1pPr>
            <a:lvl2pPr>
              <a:defRPr sz="2300"/>
            </a:lvl2pPr>
            <a:lvl3pPr>
              <a:defRPr sz="2300"/>
            </a:lvl3pPr>
            <a:lvl4pPr>
              <a:defRPr sz="2300"/>
            </a:lvl4pPr>
            <a:lvl5pPr>
              <a:defRPr sz="2300"/>
            </a:lvl5pPr>
          </a:lstStyle>
          <a:p>
            <a:pPr lvl="0"/>
            <a:r>
              <a:rPr lang="nl-NL"/>
              <a:t>Or </a:t>
            </a:r>
            <a:r>
              <a:rPr lang="nl-NL" err="1"/>
              <a:t>use</a:t>
            </a:r>
            <a:r>
              <a:rPr lang="nl-NL"/>
              <a:t> </a:t>
            </a:r>
            <a:r>
              <a:rPr lang="nl-NL" err="1"/>
              <a:t>bullets</a:t>
            </a:r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493DA45-1050-4E5B-B003-C91658D3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Example footer | July 2018</a:t>
            </a:r>
          </a:p>
        </p:txBody>
      </p:sp>
    </p:spTree>
    <p:extLst>
      <p:ext uri="{BB962C8B-B14F-4D97-AF65-F5344CB8AC3E}">
        <p14:creationId xmlns:p14="http://schemas.microsoft.com/office/powerpoint/2010/main" val="221071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- resear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841DAF-11CD-4D6E-A9E2-F440749B11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1100092"/>
            <a:ext cx="10766044" cy="1325563"/>
          </a:xfrm>
        </p:spPr>
        <p:txBody>
          <a:bodyPr>
            <a:noAutofit/>
          </a:bodyPr>
          <a:lstStyle>
            <a:lvl1pPr>
              <a:defRPr>
                <a:solidFill>
                  <a:srgbClr val="009CB4"/>
                </a:solidFill>
              </a:defRPr>
            </a:lvl1pPr>
          </a:lstStyle>
          <a:p>
            <a:r>
              <a:rPr lang="nl-NL"/>
              <a:t>Enter </a:t>
            </a:r>
            <a:r>
              <a:rPr lang="nl-NL" err="1"/>
              <a:t>title</a:t>
            </a:r>
            <a:r>
              <a:rPr lang="nl-NL"/>
              <a:t> here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C723EE4-8616-4984-A1F0-0582DFEC573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94944" y="2425655"/>
            <a:ext cx="10744200" cy="3751308"/>
          </a:xfrm>
          <a:prstGeom prst="rect">
            <a:avLst/>
          </a:prstGeom>
        </p:spPr>
        <p:txBody>
          <a:bodyPr/>
          <a:lstStyle>
            <a:lvl1pPr>
              <a:lnSpc>
                <a:spcPct val="125000"/>
              </a:lnSpc>
              <a:spcBef>
                <a:spcPts val="0"/>
              </a:spcBef>
              <a:defRPr sz="2300"/>
            </a:lvl1pPr>
            <a:lvl2pPr>
              <a:defRPr sz="2300"/>
            </a:lvl2pPr>
            <a:lvl3pPr>
              <a:defRPr sz="2300"/>
            </a:lvl3pPr>
            <a:lvl4pPr>
              <a:defRPr sz="2300"/>
            </a:lvl4pPr>
            <a:lvl5pPr>
              <a:defRPr sz="2300"/>
            </a:lvl5pPr>
          </a:lstStyle>
          <a:p>
            <a:pPr lvl="0"/>
            <a:r>
              <a:rPr lang="nl-NL"/>
              <a:t>Enter </a:t>
            </a:r>
            <a:r>
              <a:rPr lang="nl-NL" err="1"/>
              <a:t>bullet</a:t>
            </a:r>
            <a:r>
              <a:rPr lang="nl-NL"/>
              <a:t> </a:t>
            </a:r>
            <a:r>
              <a:rPr lang="nl-NL" err="1"/>
              <a:t>text</a:t>
            </a:r>
            <a:r>
              <a:rPr lang="nl-NL"/>
              <a:t> here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493DA45-1050-4E5B-B003-C91658D3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Example footer | July 2018</a:t>
            </a:r>
          </a:p>
        </p:txBody>
      </p:sp>
    </p:spTree>
    <p:extLst>
      <p:ext uri="{BB962C8B-B14F-4D97-AF65-F5344CB8AC3E}">
        <p14:creationId xmlns:p14="http://schemas.microsoft.com/office/powerpoint/2010/main" val="2982742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- resear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841DAF-11CD-4D6E-A9E2-F440749B11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1439708"/>
            <a:ext cx="5346700" cy="64633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rgbClr val="009CB4"/>
                </a:solidFill>
              </a:defRPr>
            </a:lvl1pPr>
          </a:lstStyle>
          <a:p>
            <a:r>
              <a:rPr lang="nl-NL"/>
              <a:t>Enter </a:t>
            </a:r>
            <a:r>
              <a:rPr lang="nl-NL" err="1"/>
              <a:t>title</a:t>
            </a:r>
            <a:r>
              <a:rPr lang="nl-NL"/>
              <a:t> here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C18372C-9B21-4DA0-8A35-9ACF44B7D0B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73100" y="2350009"/>
            <a:ext cx="5346700" cy="355917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23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err="1"/>
              <a:t>Use</a:t>
            </a:r>
            <a:r>
              <a:rPr lang="nl-NL"/>
              <a:t> </a:t>
            </a:r>
            <a:r>
              <a:rPr lang="nl-NL" err="1"/>
              <a:t>plain</a:t>
            </a:r>
            <a:r>
              <a:rPr lang="nl-NL"/>
              <a:t> </a:t>
            </a:r>
            <a:r>
              <a:rPr lang="nl-NL" err="1"/>
              <a:t>text</a:t>
            </a:r>
            <a:r>
              <a:rPr lang="nl-NL"/>
              <a:t> or </a:t>
            </a:r>
            <a:r>
              <a:rPr lang="nl-NL" err="1"/>
              <a:t>bullet</a:t>
            </a:r>
            <a:r>
              <a:rPr lang="nl-NL"/>
              <a:t> </a:t>
            </a:r>
            <a:r>
              <a:rPr lang="nl-NL" err="1"/>
              <a:t>text</a:t>
            </a:r>
            <a:r>
              <a:rPr lang="nl-NL"/>
              <a:t> here.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493DA45-1050-4E5B-B003-C91658D3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Example footer | July 2018</a:t>
            </a:r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B01829AF-F5A5-489C-90FE-660E14CFDB8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61113" y="1543665"/>
            <a:ext cx="5054600" cy="4365521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95133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it colored bg - resear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59E529B3-AB90-4577-AB7E-9471B1A4493D}"/>
              </a:ext>
            </a:extLst>
          </p:cNvPr>
          <p:cNvSpPr/>
          <p:nvPr userDrawn="1"/>
        </p:nvSpPr>
        <p:spPr>
          <a:xfrm>
            <a:off x="0" y="6263370"/>
            <a:ext cx="12192000" cy="5946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77FC29EB-7314-49D1-BCCF-0C1FC9DD7AFF}"/>
              </a:ext>
            </a:extLst>
          </p:cNvPr>
          <p:cNvSpPr/>
          <p:nvPr userDrawn="1"/>
        </p:nvSpPr>
        <p:spPr>
          <a:xfrm>
            <a:off x="0" y="1540932"/>
            <a:ext cx="6096000" cy="4722439"/>
          </a:xfrm>
          <a:prstGeom prst="rect">
            <a:avLst/>
          </a:prstGeom>
          <a:solidFill>
            <a:srgbClr val="009C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C18372C-9B21-4DA0-8A35-9ACF44B7D0B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7700" y="2705101"/>
            <a:ext cx="5359400" cy="32040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2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err="1"/>
              <a:t>Plain</a:t>
            </a:r>
            <a:r>
              <a:rPr lang="nl-NL"/>
              <a:t> </a:t>
            </a:r>
            <a:r>
              <a:rPr lang="nl-NL" err="1"/>
              <a:t>text</a:t>
            </a:r>
            <a:r>
              <a:rPr lang="nl-NL"/>
              <a:t> or </a:t>
            </a:r>
            <a:r>
              <a:rPr lang="nl-NL" err="1"/>
              <a:t>bullet</a:t>
            </a:r>
            <a:r>
              <a:rPr lang="nl-NL"/>
              <a:t> </a:t>
            </a:r>
            <a:r>
              <a:rPr lang="nl-NL" err="1"/>
              <a:t>text</a:t>
            </a:r>
            <a:r>
              <a:rPr lang="nl-NL"/>
              <a:t> </a:t>
            </a:r>
            <a:r>
              <a:rPr lang="nl-NL" err="1"/>
              <a:t>goes</a:t>
            </a:r>
            <a:r>
              <a:rPr lang="nl-NL"/>
              <a:t> here.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493DA45-1050-4E5B-B003-C91658D3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Example footer | July 2018</a:t>
            </a:r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B01829AF-F5A5-489C-90FE-660E14CFDB8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540933"/>
            <a:ext cx="6096000" cy="472244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6841DAF-11CD-4D6E-A9E2-F440749B11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1884145"/>
            <a:ext cx="5346700" cy="64633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Enter </a:t>
            </a:r>
            <a:r>
              <a:rPr lang="nl-NL" err="1"/>
              <a:t>title</a:t>
            </a:r>
            <a:r>
              <a:rPr lang="nl-NL"/>
              <a:t> here</a:t>
            </a:r>
          </a:p>
        </p:txBody>
      </p:sp>
    </p:spTree>
    <p:extLst>
      <p:ext uri="{BB962C8B-B14F-4D97-AF65-F5344CB8AC3E}">
        <p14:creationId xmlns:p14="http://schemas.microsoft.com/office/powerpoint/2010/main" val="3194542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ndscape colored bg - resear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77FC29EB-7314-49D1-BCCF-0C1FC9DD7AFF}"/>
              </a:ext>
            </a:extLst>
          </p:cNvPr>
          <p:cNvSpPr/>
          <p:nvPr userDrawn="1"/>
        </p:nvSpPr>
        <p:spPr>
          <a:xfrm>
            <a:off x="0" y="4360985"/>
            <a:ext cx="12192000" cy="1900987"/>
          </a:xfrm>
          <a:prstGeom prst="rect">
            <a:avLst/>
          </a:prstGeom>
          <a:solidFill>
            <a:srgbClr val="009C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59E529B3-AB90-4577-AB7E-9471B1A4493D}"/>
              </a:ext>
            </a:extLst>
          </p:cNvPr>
          <p:cNvSpPr/>
          <p:nvPr userDrawn="1"/>
        </p:nvSpPr>
        <p:spPr>
          <a:xfrm>
            <a:off x="0" y="6263370"/>
            <a:ext cx="12192000" cy="5946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C18372C-9B21-4DA0-8A35-9ACF44B7D0B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7224" y="4591050"/>
            <a:ext cx="5438775" cy="14287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2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err="1"/>
              <a:t>Use</a:t>
            </a:r>
            <a:r>
              <a:rPr lang="nl-NL"/>
              <a:t> </a:t>
            </a:r>
            <a:r>
              <a:rPr lang="nl-NL" err="1"/>
              <a:t>plain</a:t>
            </a:r>
            <a:r>
              <a:rPr lang="nl-NL"/>
              <a:t> tekst or </a:t>
            </a:r>
            <a:r>
              <a:rPr lang="nl-NL" err="1"/>
              <a:t>bullet</a:t>
            </a:r>
            <a:r>
              <a:rPr lang="nl-NL"/>
              <a:t> tekst here.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493DA45-1050-4E5B-B003-C91658D3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Example footer | July 2018</a:t>
            </a:r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B01829AF-F5A5-489C-90FE-660E14CFDB8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543050"/>
            <a:ext cx="6096000" cy="2816537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6841DAF-11CD-4D6E-A9E2-F440749B11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1884145"/>
            <a:ext cx="5346700" cy="64633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Hier de titel</a:t>
            </a:r>
          </a:p>
        </p:txBody>
      </p:sp>
      <p:sp>
        <p:nvSpPr>
          <p:cNvPr id="10" name="Tijdelijke aanduiding voor afbeelding 8">
            <a:extLst>
              <a:ext uri="{FF2B5EF4-FFF2-40B4-BE49-F238E27FC236}">
                <a16:creationId xmlns:a16="http://schemas.microsoft.com/office/drawing/2014/main" id="{2567F586-9BCF-4F4E-9B12-659A83DECC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543050"/>
            <a:ext cx="6096000" cy="2816537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nl-NL"/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0E57F8D3-B0E4-4983-AE22-66D32A275319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6024" y="4600575"/>
            <a:ext cx="5438775" cy="142875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err="1"/>
              <a:t>Use</a:t>
            </a:r>
            <a:r>
              <a:rPr lang="nl-NL"/>
              <a:t> </a:t>
            </a:r>
            <a:r>
              <a:rPr lang="nl-NL" err="1"/>
              <a:t>bullets</a:t>
            </a:r>
            <a:r>
              <a:rPr lang="nl-NL"/>
              <a:t> here</a:t>
            </a:r>
          </a:p>
        </p:txBody>
      </p:sp>
    </p:spTree>
    <p:extLst>
      <p:ext uri="{BB962C8B-B14F-4D97-AF65-F5344CB8AC3E}">
        <p14:creationId xmlns:p14="http://schemas.microsoft.com/office/powerpoint/2010/main" val="2456276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- educ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hoek 10">
            <a:extLst>
              <a:ext uri="{FF2B5EF4-FFF2-40B4-BE49-F238E27FC236}">
                <a16:creationId xmlns:a16="http://schemas.microsoft.com/office/drawing/2014/main" id="{333C430D-E413-4705-BF87-59067A65F4AD}"/>
              </a:ext>
            </a:extLst>
          </p:cNvPr>
          <p:cNvSpPr/>
          <p:nvPr userDrawn="1"/>
        </p:nvSpPr>
        <p:spPr>
          <a:xfrm>
            <a:off x="0" y="603738"/>
            <a:ext cx="12192000" cy="2825262"/>
          </a:xfrm>
          <a:prstGeom prst="rect">
            <a:avLst/>
          </a:prstGeom>
          <a:solidFill>
            <a:srgbClr val="6AB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B1D3611-1177-48EA-A067-CEF0CDB424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3143" y="1057047"/>
            <a:ext cx="10776857" cy="1152751"/>
          </a:xfrm>
        </p:spPr>
        <p:txBody>
          <a:bodyPr anchor="b">
            <a:normAutofit/>
          </a:bodyPr>
          <a:lstStyle>
            <a:lvl1pPr algn="l">
              <a:defRPr sz="5000" b="1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nl-NL"/>
              <a:t>Enter </a:t>
            </a:r>
            <a:r>
              <a:rPr lang="nl-NL" err="1"/>
              <a:t>title</a:t>
            </a:r>
            <a:r>
              <a:rPr lang="nl-NL"/>
              <a:t> here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AC4A8E8-3E90-4C49-8DE9-AAB8EE4590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4915" y="2340428"/>
            <a:ext cx="10776857" cy="6531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800" b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Second </a:t>
            </a:r>
            <a:r>
              <a:rPr lang="nl-NL" err="1"/>
              <a:t>title</a:t>
            </a:r>
            <a:r>
              <a:rPr lang="nl-NL"/>
              <a:t> line</a:t>
            </a:r>
          </a:p>
        </p:txBody>
      </p:sp>
      <p:sp>
        <p:nvSpPr>
          <p:cNvPr id="15" name="Tijdelijke aanduiding voor afbeelding 14">
            <a:extLst>
              <a:ext uri="{FF2B5EF4-FFF2-40B4-BE49-F238E27FC236}">
                <a16:creationId xmlns:a16="http://schemas.microsoft.com/office/drawing/2014/main" id="{2DCE008E-4AC9-41CA-AD71-DCFAAF3FCE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12192000" cy="3429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nl-NL"/>
          </a:p>
        </p:txBody>
      </p:sp>
      <p:grpSp>
        <p:nvGrpSpPr>
          <p:cNvPr id="13" name="Groep 12">
            <a:extLst>
              <a:ext uri="{FF2B5EF4-FFF2-40B4-BE49-F238E27FC236}">
                <a16:creationId xmlns:a16="http://schemas.microsoft.com/office/drawing/2014/main" id="{8744D87F-F65F-4818-B6A9-319B33602989}"/>
              </a:ext>
            </a:extLst>
          </p:cNvPr>
          <p:cNvGrpSpPr/>
          <p:nvPr userDrawn="1"/>
        </p:nvGrpSpPr>
        <p:grpSpPr>
          <a:xfrm>
            <a:off x="4309680" y="-733"/>
            <a:ext cx="3565908" cy="992921"/>
            <a:chOff x="4309680" y="-733"/>
            <a:chExt cx="3565908" cy="992921"/>
          </a:xfrm>
        </p:grpSpPr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255AD987-97B1-46C2-B7B7-AFED11E03D18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313238" y="0"/>
              <a:ext cx="3562350" cy="992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8C0AF222-F84B-4A7F-989F-B00781BA91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9680" y="-733"/>
              <a:ext cx="3561146" cy="986572"/>
            </a:xfrm>
            <a:custGeom>
              <a:avLst/>
              <a:gdLst>
                <a:gd name="T0" fmla="*/ 0 w 9343"/>
                <a:gd name="T1" fmla="*/ 0 h 3048"/>
                <a:gd name="T2" fmla="*/ 0 w 9343"/>
                <a:gd name="T3" fmla="*/ 2148 h 3048"/>
                <a:gd name="T4" fmla="*/ 900 w 9343"/>
                <a:gd name="T5" fmla="*/ 3048 h 3048"/>
                <a:gd name="T6" fmla="*/ 8443 w 9343"/>
                <a:gd name="T7" fmla="*/ 3048 h 3048"/>
                <a:gd name="T8" fmla="*/ 9343 w 9343"/>
                <a:gd name="T9" fmla="*/ 2148 h 3048"/>
                <a:gd name="T10" fmla="*/ 9343 w 9343"/>
                <a:gd name="T11" fmla="*/ 0 h 3048"/>
                <a:gd name="T12" fmla="*/ 0 w 9343"/>
                <a:gd name="T13" fmla="*/ 0 h 3048"/>
                <a:gd name="connsiteX0" fmla="*/ 0 w 10000"/>
                <a:gd name="connsiteY0" fmla="*/ 0 h 10000"/>
                <a:gd name="connsiteX1" fmla="*/ 0 w 10000"/>
                <a:gd name="connsiteY1" fmla="*/ 7047 h 10000"/>
                <a:gd name="connsiteX2" fmla="*/ 963 w 10000"/>
                <a:gd name="connsiteY2" fmla="*/ 10000 h 10000"/>
                <a:gd name="connsiteX3" fmla="*/ 9037 w 10000"/>
                <a:gd name="connsiteY3" fmla="*/ 10000 h 10000"/>
                <a:gd name="connsiteX4" fmla="*/ 10000 w 10000"/>
                <a:gd name="connsiteY4" fmla="*/ 7047 h 10000"/>
                <a:gd name="connsiteX5" fmla="*/ 10000 w 10000"/>
                <a:gd name="connsiteY5" fmla="*/ 1497 h 10000"/>
                <a:gd name="connsiteX6" fmla="*/ 0 w 10000"/>
                <a:gd name="connsiteY6" fmla="*/ 0 h 10000"/>
                <a:gd name="connsiteX0" fmla="*/ 0 w 10010"/>
                <a:gd name="connsiteY0" fmla="*/ 125 h 8503"/>
                <a:gd name="connsiteX1" fmla="*/ 10 w 10010"/>
                <a:gd name="connsiteY1" fmla="*/ 5550 h 8503"/>
                <a:gd name="connsiteX2" fmla="*/ 973 w 10010"/>
                <a:gd name="connsiteY2" fmla="*/ 8503 h 8503"/>
                <a:gd name="connsiteX3" fmla="*/ 9047 w 10010"/>
                <a:gd name="connsiteY3" fmla="*/ 8503 h 8503"/>
                <a:gd name="connsiteX4" fmla="*/ 10010 w 10010"/>
                <a:gd name="connsiteY4" fmla="*/ 5550 h 8503"/>
                <a:gd name="connsiteX5" fmla="*/ 10010 w 10010"/>
                <a:gd name="connsiteY5" fmla="*/ 0 h 8503"/>
                <a:gd name="connsiteX6" fmla="*/ 0 w 10010"/>
                <a:gd name="connsiteY6" fmla="*/ 125 h 8503"/>
                <a:gd name="connsiteX0" fmla="*/ 0 w 10000"/>
                <a:gd name="connsiteY0" fmla="*/ 37 h 10000"/>
                <a:gd name="connsiteX1" fmla="*/ 10 w 10000"/>
                <a:gd name="connsiteY1" fmla="*/ 6527 h 10000"/>
                <a:gd name="connsiteX2" fmla="*/ 972 w 10000"/>
                <a:gd name="connsiteY2" fmla="*/ 10000 h 10000"/>
                <a:gd name="connsiteX3" fmla="*/ 9038 w 10000"/>
                <a:gd name="connsiteY3" fmla="*/ 10000 h 10000"/>
                <a:gd name="connsiteX4" fmla="*/ 10000 w 10000"/>
                <a:gd name="connsiteY4" fmla="*/ 6527 h 10000"/>
                <a:gd name="connsiteX5" fmla="*/ 10000 w 10000"/>
                <a:gd name="connsiteY5" fmla="*/ 0 h 10000"/>
                <a:gd name="connsiteX6" fmla="*/ 0 w 10000"/>
                <a:gd name="connsiteY6" fmla="*/ 37 h 10000"/>
                <a:gd name="connsiteX0" fmla="*/ 0 w 10000"/>
                <a:gd name="connsiteY0" fmla="*/ 8 h 9971"/>
                <a:gd name="connsiteX1" fmla="*/ 10 w 10000"/>
                <a:gd name="connsiteY1" fmla="*/ 6498 h 9971"/>
                <a:gd name="connsiteX2" fmla="*/ 972 w 10000"/>
                <a:gd name="connsiteY2" fmla="*/ 9971 h 9971"/>
                <a:gd name="connsiteX3" fmla="*/ 9038 w 10000"/>
                <a:gd name="connsiteY3" fmla="*/ 9971 h 9971"/>
                <a:gd name="connsiteX4" fmla="*/ 10000 w 10000"/>
                <a:gd name="connsiteY4" fmla="*/ 6498 h 9971"/>
                <a:gd name="connsiteX5" fmla="*/ 9992 w 10000"/>
                <a:gd name="connsiteY5" fmla="*/ 0 h 9971"/>
                <a:gd name="connsiteX6" fmla="*/ 0 w 10000"/>
                <a:gd name="connsiteY6" fmla="*/ 8 h 9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00" h="9971">
                  <a:moveTo>
                    <a:pt x="0" y="8"/>
                  </a:moveTo>
                  <a:cubicBezTo>
                    <a:pt x="3" y="2134"/>
                    <a:pt x="7" y="4372"/>
                    <a:pt x="10" y="6498"/>
                  </a:cubicBezTo>
                  <a:cubicBezTo>
                    <a:pt x="10" y="8416"/>
                    <a:pt x="441" y="9971"/>
                    <a:pt x="972" y="9971"/>
                  </a:cubicBezTo>
                  <a:lnTo>
                    <a:pt x="9038" y="9971"/>
                  </a:lnTo>
                  <a:cubicBezTo>
                    <a:pt x="9569" y="9971"/>
                    <a:pt x="10000" y="8416"/>
                    <a:pt x="10000" y="6498"/>
                  </a:cubicBezTo>
                  <a:cubicBezTo>
                    <a:pt x="9997" y="4332"/>
                    <a:pt x="9995" y="2166"/>
                    <a:pt x="9992" y="0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pic>
          <p:nvPicPr>
            <p:cNvPr id="17" name="Afbeelding 16">
              <a:extLst>
                <a:ext uri="{FF2B5EF4-FFF2-40B4-BE49-F238E27FC236}">
                  <a16:creationId xmlns:a16="http://schemas.microsoft.com/office/drawing/2014/main" id="{242ABA24-DA60-4A2C-B5AD-3FD2D6AC5A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96588" y="297838"/>
              <a:ext cx="2790888" cy="5040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1425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educ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841DAF-11CD-4D6E-A9E2-F440749B11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1100092"/>
            <a:ext cx="10766044" cy="1325563"/>
          </a:xfrm>
        </p:spPr>
        <p:txBody>
          <a:bodyPr>
            <a:noAutofit/>
          </a:bodyPr>
          <a:lstStyle>
            <a:lvl1pPr>
              <a:defRPr>
                <a:solidFill>
                  <a:srgbClr val="6AB650"/>
                </a:solidFill>
              </a:defRPr>
            </a:lvl1pPr>
          </a:lstStyle>
          <a:p>
            <a:r>
              <a:rPr lang="nl-NL"/>
              <a:t>Enter </a:t>
            </a:r>
            <a:r>
              <a:rPr lang="nl-NL" err="1"/>
              <a:t>title</a:t>
            </a:r>
            <a:r>
              <a:rPr lang="nl-NL"/>
              <a:t> here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C18372C-9B21-4DA0-8A35-9ACF44B7D0B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73100" y="2425655"/>
            <a:ext cx="5346700" cy="37513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3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err="1"/>
              <a:t>Plain</a:t>
            </a:r>
            <a:r>
              <a:rPr lang="nl-NL"/>
              <a:t> </a:t>
            </a:r>
            <a:r>
              <a:rPr lang="nl-NL" err="1"/>
              <a:t>text</a:t>
            </a:r>
            <a:r>
              <a:rPr lang="nl-NL"/>
              <a:t> </a:t>
            </a:r>
            <a:r>
              <a:rPr lang="nl-NL" err="1"/>
              <a:t>goes</a:t>
            </a:r>
            <a:r>
              <a:rPr lang="nl-NL"/>
              <a:t> here.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C723EE4-8616-4984-A1F0-0582DFEC573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91072" y="2425655"/>
            <a:ext cx="5148072" cy="3751308"/>
          </a:xfrm>
          <a:prstGeom prst="rect">
            <a:avLst/>
          </a:prstGeom>
        </p:spPr>
        <p:txBody>
          <a:bodyPr/>
          <a:lstStyle>
            <a:lvl1pPr>
              <a:lnSpc>
                <a:spcPct val="125000"/>
              </a:lnSpc>
              <a:spcBef>
                <a:spcPts val="0"/>
              </a:spcBef>
              <a:defRPr sz="2300"/>
            </a:lvl1pPr>
            <a:lvl2pPr>
              <a:defRPr sz="2300"/>
            </a:lvl2pPr>
            <a:lvl3pPr>
              <a:defRPr sz="2300"/>
            </a:lvl3pPr>
            <a:lvl4pPr>
              <a:defRPr sz="2300"/>
            </a:lvl4pPr>
            <a:lvl5pPr>
              <a:defRPr sz="2300"/>
            </a:lvl5pPr>
          </a:lstStyle>
          <a:p>
            <a:pPr lvl="0"/>
            <a:r>
              <a:rPr lang="nl-NL"/>
              <a:t>Or </a:t>
            </a:r>
            <a:r>
              <a:rPr lang="nl-NL" err="1"/>
              <a:t>use</a:t>
            </a:r>
            <a:r>
              <a:rPr lang="nl-NL"/>
              <a:t> </a:t>
            </a:r>
            <a:r>
              <a:rPr lang="nl-NL" err="1"/>
              <a:t>bullets</a:t>
            </a:r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493DA45-1050-4E5B-B003-C91658D3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Example footer | July 2018</a:t>
            </a:r>
          </a:p>
        </p:txBody>
      </p:sp>
    </p:spTree>
    <p:extLst>
      <p:ext uri="{BB962C8B-B14F-4D97-AF65-F5344CB8AC3E}">
        <p14:creationId xmlns:p14="http://schemas.microsoft.com/office/powerpoint/2010/main" val="2236650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- educ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841DAF-11CD-4D6E-A9E2-F440749B11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1100092"/>
            <a:ext cx="10766044" cy="1325563"/>
          </a:xfrm>
        </p:spPr>
        <p:txBody>
          <a:bodyPr>
            <a:noAutofit/>
          </a:bodyPr>
          <a:lstStyle>
            <a:lvl1pPr>
              <a:defRPr>
                <a:solidFill>
                  <a:srgbClr val="6AB650"/>
                </a:solidFill>
              </a:defRPr>
            </a:lvl1pPr>
          </a:lstStyle>
          <a:p>
            <a:r>
              <a:rPr lang="nl-NL"/>
              <a:t>Enter </a:t>
            </a:r>
            <a:r>
              <a:rPr lang="nl-NL" err="1"/>
              <a:t>title</a:t>
            </a:r>
            <a:r>
              <a:rPr lang="nl-NL"/>
              <a:t> here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C723EE4-8616-4984-A1F0-0582DFEC573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94944" y="2425655"/>
            <a:ext cx="10744200" cy="3751308"/>
          </a:xfrm>
          <a:prstGeom prst="rect">
            <a:avLst/>
          </a:prstGeom>
        </p:spPr>
        <p:txBody>
          <a:bodyPr/>
          <a:lstStyle>
            <a:lvl1pPr>
              <a:lnSpc>
                <a:spcPct val="125000"/>
              </a:lnSpc>
              <a:spcBef>
                <a:spcPts val="0"/>
              </a:spcBef>
              <a:defRPr sz="2300"/>
            </a:lvl1pPr>
            <a:lvl2pPr>
              <a:defRPr sz="2300"/>
            </a:lvl2pPr>
            <a:lvl3pPr>
              <a:defRPr sz="2300"/>
            </a:lvl3pPr>
            <a:lvl4pPr>
              <a:defRPr sz="2300"/>
            </a:lvl4pPr>
            <a:lvl5pPr>
              <a:defRPr sz="2300"/>
            </a:lvl5pPr>
          </a:lstStyle>
          <a:p>
            <a:pPr lvl="0"/>
            <a:r>
              <a:rPr lang="nl-NL" err="1"/>
              <a:t>Use</a:t>
            </a:r>
            <a:r>
              <a:rPr lang="nl-NL"/>
              <a:t> </a:t>
            </a:r>
            <a:r>
              <a:rPr lang="nl-NL" err="1"/>
              <a:t>bullets</a:t>
            </a:r>
            <a:r>
              <a:rPr lang="nl-NL"/>
              <a:t> here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493DA45-1050-4E5B-B003-C91658D3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Example footer | July 2018</a:t>
            </a:r>
          </a:p>
        </p:txBody>
      </p:sp>
    </p:spTree>
    <p:extLst>
      <p:ext uri="{BB962C8B-B14F-4D97-AF65-F5344CB8AC3E}">
        <p14:creationId xmlns:p14="http://schemas.microsoft.com/office/powerpoint/2010/main" val="2442656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- educ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841DAF-11CD-4D6E-A9E2-F440749B11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1439708"/>
            <a:ext cx="5346700" cy="64633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rgbClr val="6AB650"/>
                </a:solidFill>
              </a:defRPr>
            </a:lvl1pPr>
          </a:lstStyle>
          <a:p>
            <a:r>
              <a:rPr lang="nl-NL"/>
              <a:t>Enter </a:t>
            </a:r>
            <a:r>
              <a:rPr lang="nl-NL" err="1"/>
              <a:t>title</a:t>
            </a:r>
            <a:r>
              <a:rPr lang="nl-NL"/>
              <a:t> here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C18372C-9B21-4DA0-8A35-9ACF44B7D0B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73100" y="2350009"/>
            <a:ext cx="5346700" cy="355917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23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err="1"/>
              <a:t>Use</a:t>
            </a:r>
            <a:r>
              <a:rPr lang="nl-NL"/>
              <a:t> </a:t>
            </a:r>
            <a:r>
              <a:rPr lang="nl-NL" err="1"/>
              <a:t>plain</a:t>
            </a:r>
            <a:r>
              <a:rPr lang="nl-NL"/>
              <a:t> </a:t>
            </a:r>
            <a:r>
              <a:rPr lang="nl-NL" err="1"/>
              <a:t>text</a:t>
            </a:r>
            <a:r>
              <a:rPr lang="nl-NL"/>
              <a:t> or </a:t>
            </a:r>
            <a:r>
              <a:rPr lang="nl-NL" err="1"/>
              <a:t>bullets</a:t>
            </a:r>
            <a:r>
              <a:rPr lang="nl-NL"/>
              <a:t> here.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493DA45-1050-4E5B-B003-C91658D3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Example footer | July 2018</a:t>
            </a:r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B01829AF-F5A5-489C-90FE-660E14CFDB8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61113" y="1543665"/>
            <a:ext cx="5054600" cy="4365521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1366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rait colored bg - educ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59E529B3-AB90-4577-AB7E-9471B1A4493D}"/>
              </a:ext>
            </a:extLst>
          </p:cNvPr>
          <p:cNvSpPr/>
          <p:nvPr userDrawn="1"/>
        </p:nvSpPr>
        <p:spPr>
          <a:xfrm>
            <a:off x="0" y="6263370"/>
            <a:ext cx="12192000" cy="5946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77FC29EB-7314-49D1-BCCF-0C1FC9DD7AFF}"/>
              </a:ext>
            </a:extLst>
          </p:cNvPr>
          <p:cNvSpPr/>
          <p:nvPr userDrawn="1"/>
        </p:nvSpPr>
        <p:spPr>
          <a:xfrm>
            <a:off x="0" y="1540932"/>
            <a:ext cx="6096000" cy="4722439"/>
          </a:xfrm>
          <a:prstGeom prst="rect">
            <a:avLst/>
          </a:prstGeom>
          <a:solidFill>
            <a:srgbClr val="6AB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C18372C-9B21-4DA0-8A35-9ACF44B7D0B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7700" y="2705101"/>
            <a:ext cx="5359400" cy="32040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2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err="1"/>
              <a:t>Use</a:t>
            </a:r>
            <a:r>
              <a:rPr lang="nl-NL"/>
              <a:t> </a:t>
            </a:r>
            <a:r>
              <a:rPr lang="nl-NL" err="1"/>
              <a:t>plain</a:t>
            </a:r>
            <a:r>
              <a:rPr lang="nl-NL"/>
              <a:t> </a:t>
            </a:r>
            <a:r>
              <a:rPr lang="nl-NL" err="1"/>
              <a:t>text</a:t>
            </a:r>
            <a:r>
              <a:rPr lang="nl-NL"/>
              <a:t> or </a:t>
            </a:r>
            <a:r>
              <a:rPr lang="nl-NL" err="1"/>
              <a:t>bullets</a:t>
            </a:r>
            <a:r>
              <a:rPr lang="nl-NL"/>
              <a:t> here.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493DA45-1050-4E5B-B003-C91658D3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Example footer | July 2018</a:t>
            </a:r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B01829AF-F5A5-489C-90FE-660E14CFDB8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540933"/>
            <a:ext cx="6096000" cy="472244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6841DAF-11CD-4D6E-A9E2-F440749B11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1884145"/>
            <a:ext cx="5346700" cy="64633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Enter </a:t>
            </a:r>
            <a:r>
              <a:rPr lang="nl-NL" err="1"/>
              <a:t>title</a:t>
            </a:r>
            <a:r>
              <a:rPr lang="nl-NL"/>
              <a:t> here</a:t>
            </a:r>
          </a:p>
        </p:txBody>
      </p:sp>
    </p:spTree>
    <p:extLst>
      <p:ext uri="{BB962C8B-B14F-4D97-AF65-F5344CB8AC3E}">
        <p14:creationId xmlns:p14="http://schemas.microsoft.com/office/powerpoint/2010/main" val="1073348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ndscape colored bg - educ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77FC29EB-7314-49D1-BCCF-0C1FC9DD7AFF}"/>
              </a:ext>
            </a:extLst>
          </p:cNvPr>
          <p:cNvSpPr/>
          <p:nvPr userDrawn="1"/>
        </p:nvSpPr>
        <p:spPr>
          <a:xfrm>
            <a:off x="0" y="4360985"/>
            <a:ext cx="12192000" cy="1900987"/>
          </a:xfrm>
          <a:prstGeom prst="rect">
            <a:avLst/>
          </a:prstGeom>
          <a:solidFill>
            <a:srgbClr val="6AB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59E529B3-AB90-4577-AB7E-9471B1A4493D}"/>
              </a:ext>
            </a:extLst>
          </p:cNvPr>
          <p:cNvSpPr/>
          <p:nvPr userDrawn="1"/>
        </p:nvSpPr>
        <p:spPr>
          <a:xfrm>
            <a:off x="0" y="6263370"/>
            <a:ext cx="12192000" cy="5946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C18372C-9B21-4DA0-8A35-9ACF44B7D0B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7224" y="4591050"/>
            <a:ext cx="5438775" cy="14287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2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err="1"/>
              <a:t>Use</a:t>
            </a:r>
            <a:r>
              <a:rPr lang="nl-NL"/>
              <a:t> </a:t>
            </a:r>
            <a:r>
              <a:rPr lang="nl-NL" err="1"/>
              <a:t>plain</a:t>
            </a:r>
            <a:r>
              <a:rPr lang="nl-NL"/>
              <a:t> </a:t>
            </a:r>
            <a:r>
              <a:rPr lang="nl-NL" err="1"/>
              <a:t>text</a:t>
            </a:r>
            <a:r>
              <a:rPr lang="nl-NL"/>
              <a:t> or </a:t>
            </a:r>
            <a:r>
              <a:rPr lang="nl-NL" err="1"/>
              <a:t>bullets</a:t>
            </a:r>
            <a:r>
              <a:rPr lang="nl-NL"/>
              <a:t> here.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493DA45-1050-4E5B-B003-C91658D3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Example footer | July 2018</a:t>
            </a:r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B01829AF-F5A5-489C-90FE-660E14CFDB8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543050"/>
            <a:ext cx="6096000" cy="2816537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6841DAF-11CD-4D6E-A9E2-F440749B11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1884145"/>
            <a:ext cx="5346700" cy="64633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Hier de titel</a:t>
            </a:r>
          </a:p>
        </p:txBody>
      </p:sp>
      <p:sp>
        <p:nvSpPr>
          <p:cNvPr id="10" name="Tijdelijke aanduiding voor afbeelding 8">
            <a:extLst>
              <a:ext uri="{FF2B5EF4-FFF2-40B4-BE49-F238E27FC236}">
                <a16:creationId xmlns:a16="http://schemas.microsoft.com/office/drawing/2014/main" id="{2567F586-9BCF-4F4E-9B12-659A83DECC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543050"/>
            <a:ext cx="6096000" cy="2816537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nl-NL"/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0E57F8D3-B0E4-4983-AE22-66D32A275319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6024" y="4600575"/>
            <a:ext cx="5438775" cy="142875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err="1"/>
              <a:t>Use</a:t>
            </a:r>
            <a:r>
              <a:rPr lang="nl-NL"/>
              <a:t> </a:t>
            </a:r>
            <a:r>
              <a:rPr lang="nl-NL" err="1"/>
              <a:t>bullets</a:t>
            </a:r>
            <a:r>
              <a:rPr lang="nl-NL"/>
              <a:t> here</a:t>
            </a:r>
          </a:p>
        </p:txBody>
      </p:sp>
    </p:spTree>
    <p:extLst>
      <p:ext uri="{BB962C8B-B14F-4D97-AF65-F5344CB8AC3E}">
        <p14:creationId xmlns:p14="http://schemas.microsoft.com/office/powerpoint/2010/main" val="991393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- corpo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hoek 10">
            <a:extLst>
              <a:ext uri="{FF2B5EF4-FFF2-40B4-BE49-F238E27FC236}">
                <a16:creationId xmlns:a16="http://schemas.microsoft.com/office/drawing/2014/main" id="{333C430D-E413-4705-BF87-59067A65F4AD}"/>
              </a:ext>
            </a:extLst>
          </p:cNvPr>
          <p:cNvSpPr/>
          <p:nvPr userDrawn="1"/>
        </p:nvSpPr>
        <p:spPr>
          <a:xfrm>
            <a:off x="0" y="603738"/>
            <a:ext cx="12192000" cy="2825262"/>
          </a:xfrm>
          <a:prstGeom prst="rect">
            <a:avLst/>
          </a:prstGeom>
          <a:solidFill>
            <a:srgbClr val="0037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B1D3611-1177-48EA-A067-CEF0CDB424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3143" y="1057047"/>
            <a:ext cx="10776857" cy="1152751"/>
          </a:xfrm>
        </p:spPr>
        <p:txBody>
          <a:bodyPr anchor="b">
            <a:normAutofit/>
          </a:bodyPr>
          <a:lstStyle>
            <a:lvl1pPr algn="l">
              <a:defRPr sz="5000" b="1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nl-NL"/>
              <a:t>Enter </a:t>
            </a:r>
            <a:r>
              <a:rPr lang="nl-NL" err="1"/>
              <a:t>title</a:t>
            </a:r>
            <a:r>
              <a:rPr lang="nl-NL"/>
              <a:t> here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AC4A8E8-3E90-4C49-8DE9-AAB8EE4590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4915" y="2340428"/>
            <a:ext cx="10776857" cy="6531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800" b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Second </a:t>
            </a:r>
            <a:r>
              <a:rPr lang="nl-NL" err="1"/>
              <a:t>title</a:t>
            </a:r>
            <a:r>
              <a:rPr lang="nl-NL"/>
              <a:t> line</a:t>
            </a:r>
          </a:p>
        </p:txBody>
      </p:sp>
      <p:sp>
        <p:nvSpPr>
          <p:cNvPr id="15" name="Tijdelijke aanduiding voor afbeelding 14">
            <a:extLst>
              <a:ext uri="{FF2B5EF4-FFF2-40B4-BE49-F238E27FC236}">
                <a16:creationId xmlns:a16="http://schemas.microsoft.com/office/drawing/2014/main" id="{2DCE008E-4AC9-41CA-AD71-DCFAAF3FCE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12192000" cy="3429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23C544A4-2E78-48AB-AE0E-D3A4C53372B3}"/>
              </a:ext>
            </a:extLst>
          </p:cNvPr>
          <p:cNvGrpSpPr/>
          <p:nvPr userDrawn="1"/>
        </p:nvGrpSpPr>
        <p:grpSpPr>
          <a:xfrm>
            <a:off x="4309680" y="-733"/>
            <a:ext cx="3565908" cy="992921"/>
            <a:chOff x="4309680" y="-733"/>
            <a:chExt cx="3565908" cy="992921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8D339B49-063C-47AB-8D1E-FF2E6986F1BA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313238" y="0"/>
              <a:ext cx="3562350" cy="992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3F26F29A-AFED-4F5D-A512-F938D5C34F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9680" y="-733"/>
              <a:ext cx="3561146" cy="986572"/>
            </a:xfrm>
            <a:custGeom>
              <a:avLst/>
              <a:gdLst>
                <a:gd name="T0" fmla="*/ 0 w 9343"/>
                <a:gd name="T1" fmla="*/ 0 h 3048"/>
                <a:gd name="T2" fmla="*/ 0 w 9343"/>
                <a:gd name="T3" fmla="*/ 2148 h 3048"/>
                <a:gd name="T4" fmla="*/ 900 w 9343"/>
                <a:gd name="T5" fmla="*/ 3048 h 3048"/>
                <a:gd name="T6" fmla="*/ 8443 w 9343"/>
                <a:gd name="T7" fmla="*/ 3048 h 3048"/>
                <a:gd name="T8" fmla="*/ 9343 w 9343"/>
                <a:gd name="T9" fmla="*/ 2148 h 3048"/>
                <a:gd name="T10" fmla="*/ 9343 w 9343"/>
                <a:gd name="T11" fmla="*/ 0 h 3048"/>
                <a:gd name="T12" fmla="*/ 0 w 9343"/>
                <a:gd name="T13" fmla="*/ 0 h 3048"/>
                <a:gd name="connsiteX0" fmla="*/ 0 w 10000"/>
                <a:gd name="connsiteY0" fmla="*/ 0 h 10000"/>
                <a:gd name="connsiteX1" fmla="*/ 0 w 10000"/>
                <a:gd name="connsiteY1" fmla="*/ 7047 h 10000"/>
                <a:gd name="connsiteX2" fmla="*/ 963 w 10000"/>
                <a:gd name="connsiteY2" fmla="*/ 10000 h 10000"/>
                <a:gd name="connsiteX3" fmla="*/ 9037 w 10000"/>
                <a:gd name="connsiteY3" fmla="*/ 10000 h 10000"/>
                <a:gd name="connsiteX4" fmla="*/ 10000 w 10000"/>
                <a:gd name="connsiteY4" fmla="*/ 7047 h 10000"/>
                <a:gd name="connsiteX5" fmla="*/ 10000 w 10000"/>
                <a:gd name="connsiteY5" fmla="*/ 1497 h 10000"/>
                <a:gd name="connsiteX6" fmla="*/ 0 w 10000"/>
                <a:gd name="connsiteY6" fmla="*/ 0 h 10000"/>
                <a:gd name="connsiteX0" fmla="*/ 0 w 10010"/>
                <a:gd name="connsiteY0" fmla="*/ 125 h 8503"/>
                <a:gd name="connsiteX1" fmla="*/ 10 w 10010"/>
                <a:gd name="connsiteY1" fmla="*/ 5550 h 8503"/>
                <a:gd name="connsiteX2" fmla="*/ 973 w 10010"/>
                <a:gd name="connsiteY2" fmla="*/ 8503 h 8503"/>
                <a:gd name="connsiteX3" fmla="*/ 9047 w 10010"/>
                <a:gd name="connsiteY3" fmla="*/ 8503 h 8503"/>
                <a:gd name="connsiteX4" fmla="*/ 10010 w 10010"/>
                <a:gd name="connsiteY4" fmla="*/ 5550 h 8503"/>
                <a:gd name="connsiteX5" fmla="*/ 10010 w 10010"/>
                <a:gd name="connsiteY5" fmla="*/ 0 h 8503"/>
                <a:gd name="connsiteX6" fmla="*/ 0 w 10010"/>
                <a:gd name="connsiteY6" fmla="*/ 125 h 8503"/>
                <a:gd name="connsiteX0" fmla="*/ 0 w 10000"/>
                <a:gd name="connsiteY0" fmla="*/ 37 h 10000"/>
                <a:gd name="connsiteX1" fmla="*/ 10 w 10000"/>
                <a:gd name="connsiteY1" fmla="*/ 6527 h 10000"/>
                <a:gd name="connsiteX2" fmla="*/ 972 w 10000"/>
                <a:gd name="connsiteY2" fmla="*/ 10000 h 10000"/>
                <a:gd name="connsiteX3" fmla="*/ 9038 w 10000"/>
                <a:gd name="connsiteY3" fmla="*/ 10000 h 10000"/>
                <a:gd name="connsiteX4" fmla="*/ 10000 w 10000"/>
                <a:gd name="connsiteY4" fmla="*/ 6527 h 10000"/>
                <a:gd name="connsiteX5" fmla="*/ 10000 w 10000"/>
                <a:gd name="connsiteY5" fmla="*/ 0 h 10000"/>
                <a:gd name="connsiteX6" fmla="*/ 0 w 10000"/>
                <a:gd name="connsiteY6" fmla="*/ 37 h 10000"/>
                <a:gd name="connsiteX0" fmla="*/ 0 w 10000"/>
                <a:gd name="connsiteY0" fmla="*/ 8 h 9971"/>
                <a:gd name="connsiteX1" fmla="*/ 10 w 10000"/>
                <a:gd name="connsiteY1" fmla="*/ 6498 h 9971"/>
                <a:gd name="connsiteX2" fmla="*/ 972 w 10000"/>
                <a:gd name="connsiteY2" fmla="*/ 9971 h 9971"/>
                <a:gd name="connsiteX3" fmla="*/ 9038 w 10000"/>
                <a:gd name="connsiteY3" fmla="*/ 9971 h 9971"/>
                <a:gd name="connsiteX4" fmla="*/ 10000 w 10000"/>
                <a:gd name="connsiteY4" fmla="*/ 6498 h 9971"/>
                <a:gd name="connsiteX5" fmla="*/ 9992 w 10000"/>
                <a:gd name="connsiteY5" fmla="*/ 0 h 9971"/>
                <a:gd name="connsiteX6" fmla="*/ 0 w 10000"/>
                <a:gd name="connsiteY6" fmla="*/ 8 h 9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00" h="9971">
                  <a:moveTo>
                    <a:pt x="0" y="8"/>
                  </a:moveTo>
                  <a:cubicBezTo>
                    <a:pt x="3" y="2134"/>
                    <a:pt x="7" y="4372"/>
                    <a:pt x="10" y="6498"/>
                  </a:cubicBezTo>
                  <a:cubicBezTo>
                    <a:pt x="10" y="8416"/>
                    <a:pt x="441" y="9971"/>
                    <a:pt x="972" y="9971"/>
                  </a:cubicBezTo>
                  <a:lnTo>
                    <a:pt x="9038" y="9971"/>
                  </a:lnTo>
                  <a:cubicBezTo>
                    <a:pt x="9569" y="9971"/>
                    <a:pt x="10000" y="8416"/>
                    <a:pt x="10000" y="6498"/>
                  </a:cubicBezTo>
                  <a:cubicBezTo>
                    <a:pt x="9997" y="4332"/>
                    <a:pt x="9995" y="2166"/>
                    <a:pt x="9992" y="0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pic>
          <p:nvPicPr>
            <p:cNvPr id="12" name="Afbeelding 11">
              <a:extLst>
                <a:ext uri="{FF2B5EF4-FFF2-40B4-BE49-F238E27FC236}">
                  <a16:creationId xmlns:a16="http://schemas.microsoft.com/office/drawing/2014/main" id="{347BE6D8-7723-4362-BBF6-20F5AE089B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96588" y="297838"/>
              <a:ext cx="2790888" cy="5040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84135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- corpo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841DAF-11CD-4D6E-A9E2-F440749B11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1100092"/>
            <a:ext cx="10766044" cy="1325563"/>
          </a:xfrm>
        </p:spPr>
        <p:txBody>
          <a:bodyPr>
            <a:noAutofit/>
          </a:bodyPr>
          <a:lstStyle>
            <a:lvl1pPr>
              <a:defRPr>
                <a:solidFill>
                  <a:srgbClr val="003741"/>
                </a:solidFill>
              </a:defRPr>
            </a:lvl1pPr>
          </a:lstStyle>
          <a:p>
            <a:r>
              <a:rPr lang="nl-NL"/>
              <a:t>Enter </a:t>
            </a:r>
            <a:r>
              <a:rPr lang="nl-NL" err="1"/>
              <a:t>title</a:t>
            </a:r>
            <a:r>
              <a:rPr lang="nl-NL"/>
              <a:t> here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C18372C-9B21-4DA0-8A35-9ACF44B7D0B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73100" y="2425655"/>
            <a:ext cx="5346700" cy="37513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3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err="1"/>
              <a:t>Use</a:t>
            </a:r>
            <a:r>
              <a:rPr lang="nl-NL"/>
              <a:t> </a:t>
            </a:r>
            <a:r>
              <a:rPr lang="nl-NL" err="1"/>
              <a:t>plain</a:t>
            </a:r>
            <a:r>
              <a:rPr lang="nl-NL"/>
              <a:t> </a:t>
            </a:r>
            <a:r>
              <a:rPr lang="nl-NL" err="1"/>
              <a:t>text</a:t>
            </a:r>
            <a:r>
              <a:rPr lang="nl-NL"/>
              <a:t> or </a:t>
            </a:r>
            <a:r>
              <a:rPr lang="nl-NL" err="1"/>
              <a:t>bullets</a:t>
            </a:r>
            <a:r>
              <a:rPr lang="nl-NL"/>
              <a:t> here.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C723EE4-8616-4984-A1F0-0582DFEC573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91072" y="2425655"/>
            <a:ext cx="5148072" cy="3751308"/>
          </a:xfrm>
          <a:prstGeom prst="rect">
            <a:avLst/>
          </a:prstGeom>
        </p:spPr>
        <p:txBody>
          <a:bodyPr/>
          <a:lstStyle>
            <a:lvl1pPr>
              <a:lnSpc>
                <a:spcPct val="125000"/>
              </a:lnSpc>
              <a:spcBef>
                <a:spcPts val="0"/>
              </a:spcBef>
              <a:defRPr sz="2300"/>
            </a:lvl1pPr>
            <a:lvl2pPr>
              <a:defRPr sz="2300"/>
            </a:lvl2pPr>
            <a:lvl3pPr>
              <a:defRPr sz="2300"/>
            </a:lvl3pPr>
            <a:lvl4pPr>
              <a:defRPr sz="2300"/>
            </a:lvl4pPr>
            <a:lvl5pPr>
              <a:defRPr sz="2300"/>
            </a:lvl5pPr>
          </a:lstStyle>
          <a:p>
            <a:pPr lvl="0"/>
            <a:r>
              <a:rPr lang="nl-NL" err="1"/>
              <a:t>Use</a:t>
            </a:r>
            <a:r>
              <a:rPr lang="nl-NL"/>
              <a:t> </a:t>
            </a:r>
            <a:r>
              <a:rPr lang="nl-NL" err="1"/>
              <a:t>bullets</a:t>
            </a:r>
            <a:r>
              <a:rPr lang="nl-NL"/>
              <a:t> here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493DA45-1050-4E5B-B003-C91658D3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Example footer | July 2018</a:t>
            </a:r>
          </a:p>
        </p:txBody>
      </p:sp>
    </p:spTree>
    <p:extLst>
      <p:ext uri="{BB962C8B-B14F-4D97-AF65-F5344CB8AC3E}">
        <p14:creationId xmlns:p14="http://schemas.microsoft.com/office/powerpoint/2010/main" val="53029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corpo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841DAF-11CD-4D6E-A9E2-F440749B11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1100092"/>
            <a:ext cx="10766044" cy="1325563"/>
          </a:xfrm>
        </p:spPr>
        <p:txBody>
          <a:bodyPr>
            <a:noAutofit/>
          </a:bodyPr>
          <a:lstStyle>
            <a:lvl1pPr>
              <a:defRPr>
                <a:solidFill>
                  <a:srgbClr val="003741"/>
                </a:solidFill>
              </a:defRPr>
            </a:lvl1pPr>
          </a:lstStyle>
          <a:p>
            <a:r>
              <a:rPr lang="nl-NL"/>
              <a:t>Enter </a:t>
            </a:r>
            <a:r>
              <a:rPr lang="nl-NL" err="1"/>
              <a:t>title</a:t>
            </a:r>
            <a:r>
              <a:rPr lang="nl-NL"/>
              <a:t> here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C723EE4-8616-4984-A1F0-0582DFEC573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94944" y="2425655"/>
            <a:ext cx="10744200" cy="3751308"/>
          </a:xfrm>
          <a:prstGeom prst="rect">
            <a:avLst/>
          </a:prstGeom>
        </p:spPr>
        <p:txBody>
          <a:bodyPr/>
          <a:lstStyle>
            <a:lvl1pPr>
              <a:lnSpc>
                <a:spcPct val="125000"/>
              </a:lnSpc>
              <a:spcBef>
                <a:spcPts val="0"/>
              </a:spcBef>
              <a:defRPr sz="2300"/>
            </a:lvl1pPr>
            <a:lvl2pPr>
              <a:defRPr sz="2300"/>
            </a:lvl2pPr>
            <a:lvl3pPr>
              <a:defRPr sz="2300"/>
            </a:lvl3pPr>
            <a:lvl4pPr>
              <a:defRPr sz="2300"/>
            </a:lvl4pPr>
            <a:lvl5pPr>
              <a:defRPr sz="2300"/>
            </a:lvl5pPr>
          </a:lstStyle>
          <a:p>
            <a:pPr lvl="0"/>
            <a:r>
              <a:rPr lang="nl-NL" err="1"/>
              <a:t>Use</a:t>
            </a:r>
            <a:r>
              <a:rPr lang="nl-NL"/>
              <a:t> </a:t>
            </a:r>
            <a:r>
              <a:rPr lang="nl-NL" err="1"/>
              <a:t>bullet</a:t>
            </a:r>
            <a:r>
              <a:rPr lang="nl-NL"/>
              <a:t> </a:t>
            </a:r>
            <a:r>
              <a:rPr lang="nl-NL" err="1"/>
              <a:t>text</a:t>
            </a:r>
            <a:r>
              <a:rPr lang="nl-NL"/>
              <a:t> here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493DA45-1050-4E5B-B003-C91658D3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Example footer | July 2018</a:t>
            </a:r>
          </a:p>
        </p:txBody>
      </p:sp>
    </p:spTree>
    <p:extLst>
      <p:ext uri="{BB962C8B-B14F-4D97-AF65-F5344CB8AC3E}">
        <p14:creationId xmlns:p14="http://schemas.microsoft.com/office/powerpoint/2010/main" val="2975492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- corpo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841DAF-11CD-4D6E-A9E2-F440749B11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1439708"/>
            <a:ext cx="5346700" cy="64633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rgbClr val="003741"/>
                </a:solidFill>
              </a:defRPr>
            </a:lvl1pPr>
          </a:lstStyle>
          <a:p>
            <a:r>
              <a:rPr lang="nl-NL"/>
              <a:t>Enter </a:t>
            </a:r>
            <a:r>
              <a:rPr lang="nl-NL" err="1"/>
              <a:t>title</a:t>
            </a:r>
            <a:r>
              <a:rPr lang="nl-NL"/>
              <a:t> here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C18372C-9B21-4DA0-8A35-9ACF44B7D0B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73100" y="2350009"/>
            <a:ext cx="5346700" cy="355917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23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err="1"/>
              <a:t>Use</a:t>
            </a:r>
            <a:r>
              <a:rPr lang="nl-NL"/>
              <a:t> </a:t>
            </a:r>
            <a:r>
              <a:rPr lang="nl-NL" err="1"/>
              <a:t>plain</a:t>
            </a:r>
            <a:r>
              <a:rPr lang="nl-NL"/>
              <a:t> </a:t>
            </a:r>
            <a:r>
              <a:rPr lang="nl-NL" err="1"/>
              <a:t>text</a:t>
            </a:r>
            <a:r>
              <a:rPr lang="nl-NL"/>
              <a:t> or </a:t>
            </a:r>
            <a:r>
              <a:rPr lang="nl-NL" err="1"/>
              <a:t>bullets</a:t>
            </a:r>
            <a:r>
              <a:rPr lang="nl-NL"/>
              <a:t> here.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493DA45-1050-4E5B-B003-C91658D3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Example footer | July 2018</a:t>
            </a:r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B01829AF-F5A5-489C-90FE-660E14CFDB8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61113" y="1543665"/>
            <a:ext cx="5054600" cy="4365521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8876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rait colored bg - corpo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59E529B3-AB90-4577-AB7E-9471B1A4493D}"/>
              </a:ext>
            </a:extLst>
          </p:cNvPr>
          <p:cNvSpPr/>
          <p:nvPr userDrawn="1"/>
        </p:nvSpPr>
        <p:spPr>
          <a:xfrm>
            <a:off x="0" y="6263370"/>
            <a:ext cx="12192000" cy="5946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77FC29EB-7314-49D1-BCCF-0C1FC9DD7AFF}"/>
              </a:ext>
            </a:extLst>
          </p:cNvPr>
          <p:cNvSpPr/>
          <p:nvPr userDrawn="1"/>
        </p:nvSpPr>
        <p:spPr>
          <a:xfrm>
            <a:off x="0" y="1540932"/>
            <a:ext cx="6096000" cy="4722439"/>
          </a:xfrm>
          <a:prstGeom prst="rect">
            <a:avLst/>
          </a:prstGeom>
          <a:solidFill>
            <a:srgbClr val="0037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C18372C-9B21-4DA0-8A35-9ACF44B7D0B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7700" y="2705101"/>
            <a:ext cx="5359400" cy="32040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2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err="1"/>
              <a:t>Use</a:t>
            </a:r>
            <a:r>
              <a:rPr lang="nl-NL"/>
              <a:t> </a:t>
            </a:r>
            <a:r>
              <a:rPr lang="nl-NL" err="1"/>
              <a:t>plain</a:t>
            </a:r>
            <a:r>
              <a:rPr lang="nl-NL"/>
              <a:t> </a:t>
            </a:r>
            <a:r>
              <a:rPr lang="nl-NL" err="1"/>
              <a:t>text</a:t>
            </a:r>
            <a:r>
              <a:rPr lang="nl-NL"/>
              <a:t> or </a:t>
            </a:r>
            <a:r>
              <a:rPr lang="nl-NL" err="1"/>
              <a:t>bullets</a:t>
            </a:r>
            <a:r>
              <a:rPr lang="nl-NL"/>
              <a:t> here.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493DA45-1050-4E5B-B003-C91658D3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Example footer | July 2018</a:t>
            </a:r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B01829AF-F5A5-489C-90FE-660E14CFDB8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540933"/>
            <a:ext cx="6096000" cy="472244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6841DAF-11CD-4D6E-A9E2-F440749B11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1884145"/>
            <a:ext cx="5346700" cy="64633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Enter </a:t>
            </a:r>
            <a:r>
              <a:rPr lang="nl-NL" err="1"/>
              <a:t>title</a:t>
            </a:r>
            <a:r>
              <a:rPr lang="nl-NL"/>
              <a:t> here</a:t>
            </a:r>
          </a:p>
        </p:txBody>
      </p:sp>
    </p:spTree>
    <p:extLst>
      <p:ext uri="{BB962C8B-B14F-4D97-AF65-F5344CB8AC3E}">
        <p14:creationId xmlns:p14="http://schemas.microsoft.com/office/powerpoint/2010/main" val="143444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ndscape colored bg - corpo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77FC29EB-7314-49D1-BCCF-0C1FC9DD7AFF}"/>
              </a:ext>
            </a:extLst>
          </p:cNvPr>
          <p:cNvSpPr/>
          <p:nvPr userDrawn="1"/>
        </p:nvSpPr>
        <p:spPr>
          <a:xfrm>
            <a:off x="0" y="4360985"/>
            <a:ext cx="12192000" cy="1900987"/>
          </a:xfrm>
          <a:prstGeom prst="rect">
            <a:avLst/>
          </a:prstGeom>
          <a:solidFill>
            <a:srgbClr val="0037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59E529B3-AB90-4577-AB7E-9471B1A4493D}"/>
              </a:ext>
            </a:extLst>
          </p:cNvPr>
          <p:cNvSpPr/>
          <p:nvPr userDrawn="1"/>
        </p:nvSpPr>
        <p:spPr>
          <a:xfrm>
            <a:off x="0" y="6263370"/>
            <a:ext cx="12192000" cy="5946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C18372C-9B21-4DA0-8A35-9ACF44B7D0B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7224" y="4591050"/>
            <a:ext cx="5438775" cy="14287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2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err="1"/>
              <a:t>Use</a:t>
            </a:r>
            <a:r>
              <a:rPr lang="nl-NL"/>
              <a:t> </a:t>
            </a:r>
            <a:r>
              <a:rPr lang="nl-NL" err="1"/>
              <a:t>plain</a:t>
            </a:r>
            <a:r>
              <a:rPr lang="nl-NL"/>
              <a:t> </a:t>
            </a:r>
            <a:r>
              <a:rPr lang="nl-NL" err="1"/>
              <a:t>text</a:t>
            </a:r>
            <a:r>
              <a:rPr lang="nl-NL"/>
              <a:t> or </a:t>
            </a:r>
            <a:r>
              <a:rPr lang="nl-NL" err="1"/>
              <a:t>bullets</a:t>
            </a:r>
            <a:r>
              <a:rPr lang="nl-NL"/>
              <a:t> here.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493DA45-1050-4E5B-B003-C91658D3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Example footer | July 2018</a:t>
            </a:r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B01829AF-F5A5-489C-90FE-660E14CFDB8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543050"/>
            <a:ext cx="6096000" cy="2816537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6841DAF-11CD-4D6E-A9E2-F440749B11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1884145"/>
            <a:ext cx="5346700" cy="64633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Hier de titel</a:t>
            </a:r>
          </a:p>
        </p:txBody>
      </p:sp>
      <p:sp>
        <p:nvSpPr>
          <p:cNvPr id="10" name="Tijdelijke aanduiding voor afbeelding 8">
            <a:extLst>
              <a:ext uri="{FF2B5EF4-FFF2-40B4-BE49-F238E27FC236}">
                <a16:creationId xmlns:a16="http://schemas.microsoft.com/office/drawing/2014/main" id="{2567F586-9BCF-4F4E-9B12-659A83DECC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543050"/>
            <a:ext cx="6096000" cy="2816537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nl-NL"/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0E57F8D3-B0E4-4983-AE22-66D32A275319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6024" y="4600575"/>
            <a:ext cx="5438775" cy="142875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err="1"/>
              <a:t>Use</a:t>
            </a:r>
            <a:r>
              <a:rPr lang="nl-NL"/>
              <a:t> </a:t>
            </a:r>
            <a:r>
              <a:rPr lang="nl-NL" err="1"/>
              <a:t>bullets</a:t>
            </a:r>
            <a:r>
              <a:rPr lang="nl-NL"/>
              <a:t> here</a:t>
            </a:r>
          </a:p>
        </p:txBody>
      </p:sp>
    </p:spTree>
    <p:extLst>
      <p:ext uri="{BB962C8B-B14F-4D97-AF65-F5344CB8AC3E}">
        <p14:creationId xmlns:p14="http://schemas.microsoft.com/office/powerpoint/2010/main" val="2171548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4">
            <a:extLst>
              <a:ext uri="{FF2B5EF4-FFF2-40B4-BE49-F238E27FC236}">
                <a16:creationId xmlns:a16="http://schemas.microsoft.com/office/drawing/2014/main" id="{DA58A6F3-534A-40A0-83C6-89CBA292615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603738"/>
            <a:ext cx="12192000" cy="625426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nl-NL"/>
          </a:p>
        </p:txBody>
      </p:sp>
      <p:grpSp>
        <p:nvGrpSpPr>
          <p:cNvPr id="4" name="Groep 3">
            <a:extLst>
              <a:ext uri="{FF2B5EF4-FFF2-40B4-BE49-F238E27FC236}">
                <a16:creationId xmlns:a16="http://schemas.microsoft.com/office/drawing/2014/main" id="{968198D8-F9D5-466F-B081-D48DCE325626}"/>
              </a:ext>
            </a:extLst>
          </p:cNvPr>
          <p:cNvGrpSpPr/>
          <p:nvPr userDrawn="1"/>
        </p:nvGrpSpPr>
        <p:grpSpPr>
          <a:xfrm>
            <a:off x="4309680" y="-733"/>
            <a:ext cx="3565908" cy="992921"/>
            <a:chOff x="4309680" y="-733"/>
            <a:chExt cx="3565908" cy="992921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7F68AFAE-ACDE-45F8-9005-12041EE103F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313238" y="0"/>
              <a:ext cx="3562350" cy="992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BDBC6344-822B-41DC-A605-CFB48858EE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9680" y="-733"/>
              <a:ext cx="3561146" cy="986572"/>
            </a:xfrm>
            <a:custGeom>
              <a:avLst/>
              <a:gdLst>
                <a:gd name="T0" fmla="*/ 0 w 9343"/>
                <a:gd name="T1" fmla="*/ 0 h 3048"/>
                <a:gd name="T2" fmla="*/ 0 w 9343"/>
                <a:gd name="T3" fmla="*/ 2148 h 3048"/>
                <a:gd name="T4" fmla="*/ 900 w 9343"/>
                <a:gd name="T5" fmla="*/ 3048 h 3048"/>
                <a:gd name="T6" fmla="*/ 8443 w 9343"/>
                <a:gd name="T7" fmla="*/ 3048 h 3048"/>
                <a:gd name="T8" fmla="*/ 9343 w 9343"/>
                <a:gd name="T9" fmla="*/ 2148 h 3048"/>
                <a:gd name="T10" fmla="*/ 9343 w 9343"/>
                <a:gd name="T11" fmla="*/ 0 h 3048"/>
                <a:gd name="T12" fmla="*/ 0 w 9343"/>
                <a:gd name="T13" fmla="*/ 0 h 3048"/>
                <a:gd name="connsiteX0" fmla="*/ 0 w 10000"/>
                <a:gd name="connsiteY0" fmla="*/ 0 h 10000"/>
                <a:gd name="connsiteX1" fmla="*/ 0 w 10000"/>
                <a:gd name="connsiteY1" fmla="*/ 7047 h 10000"/>
                <a:gd name="connsiteX2" fmla="*/ 963 w 10000"/>
                <a:gd name="connsiteY2" fmla="*/ 10000 h 10000"/>
                <a:gd name="connsiteX3" fmla="*/ 9037 w 10000"/>
                <a:gd name="connsiteY3" fmla="*/ 10000 h 10000"/>
                <a:gd name="connsiteX4" fmla="*/ 10000 w 10000"/>
                <a:gd name="connsiteY4" fmla="*/ 7047 h 10000"/>
                <a:gd name="connsiteX5" fmla="*/ 10000 w 10000"/>
                <a:gd name="connsiteY5" fmla="*/ 1497 h 10000"/>
                <a:gd name="connsiteX6" fmla="*/ 0 w 10000"/>
                <a:gd name="connsiteY6" fmla="*/ 0 h 10000"/>
                <a:gd name="connsiteX0" fmla="*/ 0 w 10010"/>
                <a:gd name="connsiteY0" fmla="*/ 125 h 8503"/>
                <a:gd name="connsiteX1" fmla="*/ 10 w 10010"/>
                <a:gd name="connsiteY1" fmla="*/ 5550 h 8503"/>
                <a:gd name="connsiteX2" fmla="*/ 973 w 10010"/>
                <a:gd name="connsiteY2" fmla="*/ 8503 h 8503"/>
                <a:gd name="connsiteX3" fmla="*/ 9047 w 10010"/>
                <a:gd name="connsiteY3" fmla="*/ 8503 h 8503"/>
                <a:gd name="connsiteX4" fmla="*/ 10010 w 10010"/>
                <a:gd name="connsiteY4" fmla="*/ 5550 h 8503"/>
                <a:gd name="connsiteX5" fmla="*/ 10010 w 10010"/>
                <a:gd name="connsiteY5" fmla="*/ 0 h 8503"/>
                <a:gd name="connsiteX6" fmla="*/ 0 w 10010"/>
                <a:gd name="connsiteY6" fmla="*/ 125 h 8503"/>
                <a:gd name="connsiteX0" fmla="*/ 0 w 10000"/>
                <a:gd name="connsiteY0" fmla="*/ 37 h 10000"/>
                <a:gd name="connsiteX1" fmla="*/ 10 w 10000"/>
                <a:gd name="connsiteY1" fmla="*/ 6527 h 10000"/>
                <a:gd name="connsiteX2" fmla="*/ 972 w 10000"/>
                <a:gd name="connsiteY2" fmla="*/ 10000 h 10000"/>
                <a:gd name="connsiteX3" fmla="*/ 9038 w 10000"/>
                <a:gd name="connsiteY3" fmla="*/ 10000 h 10000"/>
                <a:gd name="connsiteX4" fmla="*/ 10000 w 10000"/>
                <a:gd name="connsiteY4" fmla="*/ 6527 h 10000"/>
                <a:gd name="connsiteX5" fmla="*/ 10000 w 10000"/>
                <a:gd name="connsiteY5" fmla="*/ 0 h 10000"/>
                <a:gd name="connsiteX6" fmla="*/ 0 w 10000"/>
                <a:gd name="connsiteY6" fmla="*/ 37 h 10000"/>
                <a:gd name="connsiteX0" fmla="*/ 0 w 10000"/>
                <a:gd name="connsiteY0" fmla="*/ 8 h 9971"/>
                <a:gd name="connsiteX1" fmla="*/ 10 w 10000"/>
                <a:gd name="connsiteY1" fmla="*/ 6498 h 9971"/>
                <a:gd name="connsiteX2" fmla="*/ 972 w 10000"/>
                <a:gd name="connsiteY2" fmla="*/ 9971 h 9971"/>
                <a:gd name="connsiteX3" fmla="*/ 9038 w 10000"/>
                <a:gd name="connsiteY3" fmla="*/ 9971 h 9971"/>
                <a:gd name="connsiteX4" fmla="*/ 10000 w 10000"/>
                <a:gd name="connsiteY4" fmla="*/ 6498 h 9971"/>
                <a:gd name="connsiteX5" fmla="*/ 9992 w 10000"/>
                <a:gd name="connsiteY5" fmla="*/ 0 h 9971"/>
                <a:gd name="connsiteX6" fmla="*/ 0 w 10000"/>
                <a:gd name="connsiteY6" fmla="*/ 8 h 9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00" h="9971">
                  <a:moveTo>
                    <a:pt x="0" y="8"/>
                  </a:moveTo>
                  <a:cubicBezTo>
                    <a:pt x="3" y="2134"/>
                    <a:pt x="7" y="4372"/>
                    <a:pt x="10" y="6498"/>
                  </a:cubicBezTo>
                  <a:cubicBezTo>
                    <a:pt x="10" y="8416"/>
                    <a:pt x="441" y="9971"/>
                    <a:pt x="972" y="9971"/>
                  </a:cubicBezTo>
                  <a:lnTo>
                    <a:pt x="9038" y="9971"/>
                  </a:lnTo>
                  <a:cubicBezTo>
                    <a:pt x="9569" y="9971"/>
                    <a:pt x="10000" y="8416"/>
                    <a:pt x="10000" y="6498"/>
                  </a:cubicBezTo>
                  <a:cubicBezTo>
                    <a:pt x="9997" y="4332"/>
                    <a:pt x="9995" y="2166"/>
                    <a:pt x="9992" y="0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588EF8EA-60D8-4FF4-9BF9-DEBB3A6B0C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96588" y="297838"/>
              <a:ext cx="2790888" cy="5040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73046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pagina - algem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hoek 10">
            <a:extLst>
              <a:ext uri="{FF2B5EF4-FFF2-40B4-BE49-F238E27FC236}">
                <a16:creationId xmlns:a16="http://schemas.microsoft.com/office/drawing/2014/main" id="{333C430D-E413-4705-BF87-59067A65F4AD}"/>
              </a:ext>
            </a:extLst>
          </p:cNvPr>
          <p:cNvSpPr/>
          <p:nvPr userDrawn="1"/>
        </p:nvSpPr>
        <p:spPr>
          <a:xfrm>
            <a:off x="0" y="603738"/>
            <a:ext cx="12192000" cy="2825262"/>
          </a:xfrm>
          <a:prstGeom prst="rect">
            <a:avLst/>
          </a:prstGeom>
          <a:solidFill>
            <a:srgbClr val="0037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B1D3611-1177-48EA-A067-CEF0CDB424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3143" y="1057047"/>
            <a:ext cx="10776857" cy="1152751"/>
          </a:xfrm>
        </p:spPr>
        <p:txBody>
          <a:bodyPr anchor="b">
            <a:normAutofit/>
          </a:bodyPr>
          <a:lstStyle>
            <a:lvl1pPr algn="l">
              <a:defRPr sz="5000" b="1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nl-NL" dirty="0"/>
              <a:t>Hier de titel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AC4A8E8-3E90-4C49-8DE9-AAB8EE4590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4915" y="2340428"/>
            <a:ext cx="10776857" cy="6531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800" b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Hier de subtitel</a:t>
            </a:r>
          </a:p>
        </p:txBody>
      </p:sp>
      <p:sp>
        <p:nvSpPr>
          <p:cNvPr id="15" name="Tijdelijke aanduiding voor afbeelding 14">
            <a:extLst>
              <a:ext uri="{FF2B5EF4-FFF2-40B4-BE49-F238E27FC236}">
                <a16:creationId xmlns:a16="http://schemas.microsoft.com/office/drawing/2014/main" id="{2DCE008E-4AC9-41CA-AD71-DCFAAF3FCE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12192000" cy="3429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nl-NL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1A85A35-BF7D-67AF-48BC-AF53EF5485B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7294" y="-166944"/>
            <a:ext cx="3597412" cy="115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458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432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hoek 10">
            <a:extLst>
              <a:ext uri="{FF2B5EF4-FFF2-40B4-BE49-F238E27FC236}">
                <a16:creationId xmlns:a16="http://schemas.microsoft.com/office/drawing/2014/main" id="{3CCC1A1E-656A-4AF0-AA4A-4C5B0A9CBB55}"/>
              </a:ext>
            </a:extLst>
          </p:cNvPr>
          <p:cNvSpPr/>
          <p:nvPr userDrawn="1"/>
        </p:nvSpPr>
        <p:spPr>
          <a:xfrm>
            <a:off x="1" y="6271260"/>
            <a:ext cx="12192000" cy="586740"/>
          </a:xfrm>
          <a:prstGeom prst="rect">
            <a:avLst/>
          </a:prstGeom>
          <a:solidFill>
            <a:srgbClr val="CED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F05E57A9-EF42-41CC-A2FF-69FC4446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100" y="110009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Hier de titel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64C743E-8D29-4316-98AB-B30200D58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1200" y="63817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50">
                <a:solidFill>
                  <a:srgbClr val="00373E"/>
                </a:solidFill>
              </a:defRPr>
            </a:lvl1pPr>
          </a:lstStyle>
          <a:p>
            <a:r>
              <a:rPr lang="nl-NL"/>
              <a:t>Example footer | July 2018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1A6CEDF9-8401-43A2-A4AB-0E7332B8A3EF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413" y="0"/>
            <a:ext cx="495173" cy="101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640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55" r:id="rId25"/>
    <p:sldLayoutId id="2147483682" r:id="rId26"/>
    <p:sldLayoutId id="2147483683" r:id="rId2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E89E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ohdsi.github.io/CommonDataModel/" TargetMode="Externa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7.xml"/><Relationship Id="rId6" Type="http://schemas.openxmlformats.org/officeDocument/2006/relationships/hyperlink" Target="https://athena.ohdsi.org/search-terms/terms/37311061" TargetMode="External"/><Relationship Id="rId5" Type="http://schemas.openxmlformats.org/officeDocument/2006/relationships/hyperlink" Target="https://athena.ohdsi.org/search-terms/start" TargetMode="External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HDSI/CommonDataModel/tree/main/inst/ddl/5.4" TargetMode="Externa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HDSI/Usagi" TargetMode="External"/><Relationship Id="rId2" Type="http://schemas.openxmlformats.org/officeDocument/2006/relationships/hyperlink" Target="https://ohdsi.github.io/CommonDataModel/index.html" TargetMode="External"/><Relationship Id="rId1" Type="http://schemas.openxmlformats.org/officeDocument/2006/relationships/slideLayout" Target="../slideLayouts/slideLayout20.xml"/><Relationship Id="rId5" Type="http://schemas.openxmlformats.org/officeDocument/2006/relationships/hyperlink" Target="https://athena.ohdsi.org/search-terms/terms?query=" TargetMode="External"/><Relationship Id="rId4" Type="http://schemas.openxmlformats.org/officeDocument/2006/relationships/hyperlink" Target="https://ohdsi.github.io/Hades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hdsi-studies" TargetMode="Externa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portal.ehden.eu/" TargetMode="Externa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academy.ehden.eu/" TargetMode="Externa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mailto:rowdy.degroot@amsterdamumc.nl" TargetMode="Externa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98D448-168F-4FCF-96AB-447FDFADAB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608" y="1137540"/>
            <a:ext cx="10776857" cy="1152751"/>
          </a:xfrm>
        </p:spPr>
        <p:txBody>
          <a:bodyPr/>
          <a:lstStyle/>
          <a:p>
            <a:r>
              <a:rPr lang="en-US" dirty="0">
                <a:latin typeface="Trebuchet MS"/>
              </a:rPr>
              <a:t>OMOP CDM in R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97AF5A9-D1C2-43B7-ABD8-7CAC6B66FA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nl-NL" dirty="0"/>
              <a:t>Rowdy de Groot</a:t>
            </a:r>
          </a:p>
        </p:txBody>
      </p:sp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D9DEEAA2-C5F9-4B3F-B9A1-4841091743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02165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9CB95D-A4AD-C77D-DC16-C093B1260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100" y="1100092"/>
            <a:ext cx="10766044" cy="751683"/>
          </a:xfrm>
        </p:spPr>
        <p:txBody>
          <a:bodyPr/>
          <a:lstStyle/>
          <a:p>
            <a:r>
              <a:rPr lang="nl-NL" dirty="0"/>
              <a:t>OHDSI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F5D3F4E-EB04-CD40-D9CD-81F8F044FD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3100" y="1920699"/>
            <a:ext cx="10766044" cy="425626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“The Observational Health Data Sciences and Informatics (or OHDSI, pronounced "Odyssey") program is a multi-stakeholder, interdisciplinary collaborative to bring out the value of health data through large-scale analytics”.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OMOP CDM (</a:t>
            </a:r>
            <a:r>
              <a:rPr lang="nl-NL" dirty="0" err="1"/>
              <a:t>Observational</a:t>
            </a:r>
            <a:r>
              <a:rPr lang="nl-NL" dirty="0"/>
              <a:t> </a:t>
            </a:r>
            <a:r>
              <a:rPr lang="nl-NL" dirty="0" err="1"/>
              <a:t>Medical</a:t>
            </a:r>
            <a:r>
              <a:rPr lang="nl-NL" dirty="0"/>
              <a:t> </a:t>
            </a:r>
            <a:r>
              <a:rPr lang="nl-NL" dirty="0" err="1"/>
              <a:t>Outcomes</a:t>
            </a:r>
            <a:r>
              <a:rPr lang="nl-NL" dirty="0"/>
              <a:t> Partnership Common Data Model)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Observational health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</p:txBody>
      </p:sp>
      <p:pic>
        <p:nvPicPr>
          <p:cNvPr id="6" name="Picture 2" descr="OHDSI and OMOP - Harmonizing Observational Healthcare Data">
            <a:extLst>
              <a:ext uri="{FF2B5EF4-FFF2-40B4-BE49-F238E27FC236}">
                <a16:creationId xmlns:a16="http://schemas.microsoft.com/office/drawing/2014/main" id="{083D0F4B-B3CE-9D98-A503-E8DC65F8C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8112" y="5006226"/>
            <a:ext cx="4793888" cy="1215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9313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3226E-4479-ACA9-683C-B44352185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1FC1205-49BD-FB32-CA32-92E477E6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>
                <a:hlinkClick r:id="rId2"/>
              </a:rPr>
              <a:t>https://ohdsi.github.io/CommonDataModel/</a:t>
            </a:r>
            <a:r>
              <a:rPr lang="nl-NL" dirty="0"/>
              <a:t>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A50FD08-E1E2-7380-4D96-0161E0E96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061" y="694254"/>
            <a:ext cx="9126777" cy="5539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9968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5">
            <a:extLst>
              <a:ext uri="{FF2B5EF4-FFF2-40B4-BE49-F238E27FC236}">
                <a16:creationId xmlns:a16="http://schemas.microsoft.com/office/drawing/2014/main" id="{F4C0073A-D488-4DDF-8995-0E65F9C6F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054" y="793107"/>
            <a:ext cx="8809892" cy="1880391"/>
          </a:xfrm>
          <a:prstGeom prst="rect">
            <a:avLst/>
          </a:prstGeom>
        </p:spPr>
      </p:pic>
      <p:pic>
        <p:nvPicPr>
          <p:cNvPr id="6" name="Afbeelding 6" descr="Afbeelding met tekst, illustratie, visitekaartje&#10;&#10;Automatisch gegenereerde beschrijving">
            <a:extLst>
              <a:ext uri="{FF2B5EF4-FFF2-40B4-BE49-F238E27FC236}">
                <a16:creationId xmlns:a16="http://schemas.microsoft.com/office/drawing/2014/main" id="{A9128FA4-7E94-44B3-ADD4-B1150788F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389" y="2673498"/>
            <a:ext cx="8813556" cy="914135"/>
          </a:xfrm>
          <a:prstGeom prst="rect">
            <a:avLst/>
          </a:prstGeom>
        </p:spPr>
      </p:pic>
      <p:pic>
        <p:nvPicPr>
          <p:cNvPr id="7" name="Afbeelding 7">
            <a:extLst>
              <a:ext uri="{FF2B5EF4-FFF2-40B4-BE49-F238E27FC236}">
                <a16:creationId xmlns:a16="http://schemas.microsoft.com/office/drawing/2014/main" id="{C209B15D-A4BE-4D4A-8E96-1255B0D607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7389" y="3587633"/>
            <a:ext cx="8813556" cy="1840895"/>
          </a:xfrm>
          <a:prstGeom prst="rect">
            <a:avLst/>
          </a:prstGeom>
        </p:spPr>
      </p:pic>
      <p:sp>
        <p:nvSpPr>
          <p:cNvPr id="11" name="Tekstvak 10">
            <a:extLst>
              <a:ext uri="{FF2B5EF4-FFF2-40B4-BE49-F238E27FC236}">
                <a16:creationId xmlns:a16="http://schemas.microsoft.com/office/drawing/2014/main" id="{DD0BBD28-7A45-4105-BC27-97762256E4BF}"/>
              </a:ext>
            </a:extLst>
          </p:cNvPr>
          <p:cNvSpPr txBox="1"/>
          <p:nvPr/>
        </p:nvSpPr>
        <p:spPr>
          <a:xfrm>
            <a:off x="195394" y="6294350"/>
            <a:ext cx="7500815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sz="1400" dirty="0">
                <a:ea typeface="+mn-lt"/>
                <a:cs typeface="+mn-lt"/>
              </a:rPr>
              <a:t>ATHENA: </a:t>
            </a:r>
            <a:r>
              <a:rPr lang="nl-NL" sz="1400" dirty="0">
                <a:ea typeface="+mn-lt"/>
                <a:cs typeface="+mn-lt"/>
                <a:hlinkClick r:id="rId5"/>
              </a:rPr>
              <a:t>https://athena.ohdsi.org/search-terms/start</a:t>
            </a:r>
            <a:r>
              <a:rPr lang="nl-NL" sz="1400" dirty="0">
                <a:ea typeface="+mn-lt"/>
                <a:cs typeface="+mn-lt"/>
              </a:rPr>
              <a:t> </a:t>
            </a:r>
            <a:endParaRPr lang="nl-NL" sz="1400" dirty="0"/>
          </a:p>
          <a:p>
            <a:r>
              <a:rPr lang="nl-NL" sz="1400" dirty="0">
                <a:ea typeface="+mn-lt"/>
                <a:cs typeface="+mn-lt"/>
              </a:rPr>
              <a:t>Covid-19 </a:t>
            </a:r>
            <a:r>
              <a:rPr lang="nl-NL" sz="1400" dirty="0" err="1">
                <a:ea typeface="+mn-lt"/>
                <a:cs typeface="+mn-lt"/>
              </a:rPr>
              <a:t>example</a:t>
            </a:r>
            <a:r>
              <a:rPr lang="nl-NL" sz="1400" dirty="0">
                <a:ea typeface="+mn-lt"/>
                <a:cs typeface="+mn-lt"/>
              </a:rPr>
              <a:t> in </a:t>
            </a:r>
            <a:r>
              <a:rPr lang="nl-NL" sz="1400" dirty="0" err="1">
                <a:ea typeface="+mn-lt"/>
                <a:cs typeface="+mn-lt"/>
              </a:rPr>
              <a:t>Athena</a:t>
            </a:r>
            <a:r>
              <a:rPr lang="nl-NL" sz="1400" dirty="0">
                <a:ea typeface="+mn-lt"/>
                <a:cs typeface="+mn-lt"/>
              </a:rPr>
              <a:t>: </a:t>
            </a:r>
            <a:r>
              <a:rPr lang="nl-NL" sz="1400" dirty="0">
                <a:ea typeface="+mn-lt"/>
                <a:cs typeface="+mn-lt"/>
                <a:hlinkClick r:id="rId6"/>
              </a:rPr>
              <a:t>https://athena.ohdsi.org/search-terms/terms/37311061</a:t>
            </a:r>
            <a:r>
              <a:rPr lang="nl-NL" sz="1400" dirty="0">
                <a:ea typeface="+mn-lt"/>
                <a:cs typeface="+mn-lt"/>
              </a:rPr>
              <a:t> </a:t>
            </a:r>
            <a:endParaRPr lang="nl-NL" sz="1400" dirty="0"/>
          </a:p>
          <a:p>
            <a:pPr algn="l"/>
            <a:endParaRPr lang="nl-NL" sz="1400" dirty="0"/>
          </a:p>
        </p:txBody>
      </p:sp>
      <p:sp>
        <p:nvSpPr>
          <p:cNvPr id="2" name="Rechthoek 1">
            <a:extLst>
              <a:ext uri="{FF2B5EF4-FFF2-40B4-BE49-F238E27FC236}">
                <a16:creationId xmlns:a16="http://schemas.microsoft.com/office/drawing/2014/main" id="{4F1BA4AE-43AB-211F-07D4-0FA1E7B05F61}"/>
              </a:ext>
            </a:extLst>
          </p:cNvPr>
          <p:cNvSpPr/>
          <p:nvPr/>
        </p:nvSpPr>
        <p:spPr>
          <a:xfrm>
            <a:off x="3391090" y="5421201"/>
            <a:ext cx="4898243" cy="8551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Input: </a:t>
            </a:r>
            <a:r>
              <a:rPr lang="nl-NL" dirty="0" err="1"/>
              <a:t>One</a:t>
            </a:r>
            <a:r>
              <a:rPr lang="nl-NL" dirty="0"/>
              <a:t> analysis script / OHDSI </a:t>
            </a:r>
            <a:r>
              <a:rPr lang="nl-NL" dirty="0" err="1"/>
              <a:t>tooling</a:t>
            </a:r>
            <a:endParaRPr lang="nl-NL" dirty="0"/>
          </a:p>
          <a:p>
            <a:pPr algn="ctr"/>
            <a:r>
              <a:rPr lang="nl-NL" dirty="0"/>
              <a:t>Output: </a:t>
            </a:r>
            <a:r>
              <a:rPr lang="nl-NL" dirty="0" err="1"/>
              <a:t>Harmonized</a:t>
            </a:r>
            <a:r>
              <a:rPr lang="nl-NL" dirty="0"/>
              <a:t> </a:t>
            </a:r>
            <a:r>
              <a:rPr lang="nl-NL" dirty="0" err="1"/>
              <a:t>results</a:t>
            </a:r>
            <a:endParaRPr lang="nl-NL" dirty="0"/>
          </a:p>
          <a:p>
            <a:pPr algn="ctr"/>
            <a:r>
              <a:rPr lang="nl-NL" dirty="0"/>
              <a:t>(Federated </a:t>
            </a:r>
            <a:r>
              <a:rPr lang="nl-NL" dirty="0" err="1"/>
              <a:t>querying</a:t>
            </a:r>
            <a:r>
              <a:rPr lang="nl-NL" dirty="0"/>
              <a:t>/analysis)</a:t>
            </a:r>
          </a:p>
        </p:txBody>
      </p:sp>
    </p:spTree>
    <p:extLst>
      <p:ext uri="{BB962C8B-B14F-4D97-AF65-F5344CB8AC3E}">
        <p14:creationId xmlns:p14="http://schemas.microsoft.com/office/powerpoint/2010/main" val="271167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8BB3E3-063C-A886-31EB-CDEC06A7B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OMOP summary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B55A9E7-3C90-7938-CEC5-A91856868F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3100" y="2425655"/>
            <a:ext cx="9736282" cy="3751308"/>
          </a:xfrm>
        </p:spPr>
        <p:txBody>
          <a:bodyPr/>
          <a:lstStyle/>
          <a:p>
            <a:r>
              <a:rPr lang="nl-NL" dirty="0"/>
              <a:t>OMOP: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Relational</a:t>
            </a:r>
            <a:r>
              <a:rPr lang="nl-NL" dirty="0"/>
              <a:t>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Research – </a:t>
            </a:r>
            <a:r>
              <a:rPr lang="nl-NL" dirty="0" err="1"/>
              <a:t>Observational</a:t>
            </a:r>
            <a:r>
              <a:rPr lang="nl-NL" dirty="0"/>
              <a:t> health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customizable</a:t>
            </a:r>
            <a:r>
              <a:rPr lang="nl-NL" dirty="0"/>
              <a:t> (</a:t>
            </a:r>
            <a:r>
              <a:rPr lang="nl-NL" dirty="0" err="1"/>
              <a:t>Although</a:t>
            </a:r>
            <a:r>
              <a:rPr lang="nl-NL" dirty="0"/>
              <a:t>? 🤨)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dirty="0" err="1"/>
              <a:t>Extensions</a:t>
            </a:r>
            <a:endParaRPr lang="nl-NL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dirty="0" err="1"/>
              <a:t>Custom</a:t>
            </a:r>
            <a:r>
              <a:rPr lang="nl-NL" dirty="0"/>
              <a:t> </a:t>
            </a:r>
            <a:r>
              <a:rPr lang="nl-NL" dirty="0" err="1"/>
              <a:t>mappings</a:t>
            </a:r>
            <a:endParaRPr lang="nl-NL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dirty="0" err="1"/>
              <a:t>Fact</a:t>
            </a:r>
            <a:r>
              <a:rPr lang="nl-NL" dirty="0"/>
              <a:t> </a:t>
            </a:r>
            <a:r>
              <a:rPr lang="nl-NL" dirty="0" err="1"/>
              <a:t>relationship</a:t>
            </a:r>
            <a:r>
              <a:rPr lang="nl-NL" dirty="0"/>
              <a:t> </a:t>
            </a:r>
            <a:r>
              <a:rPr lang="nl-NL" dirty="0" err="1"/>
              <a:t>table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7924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90A6CF-916E-5B32-6418-A7C9DF1B2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 demo time!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39B9E84-4255-FF43-B0D5-E96FA75B36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3099" y="2425655"/>
            <a:ext cx="9163627" cy="375130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Long/</a:t>
            </a:r>
            <a:r>
              <a:rPr lang="nl-NL" dirty="0" err="1"/>
              <a:t>wide</a:t>
            </a:r>
            <a:r>
              <a:rPr lang="nl-NL" dirty="0"/>
              <a:t> format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Source data CSV, Excel, Castor, SPSS</a:t>
            </a:r>
          </a:p>
        </p:txBody>
      </p:sp>
    </p:spTree>
    <p:extLst>
      <p:ext uri="{BB962C8B-B14F-4D97-AF65-F5344CB8AC3E}">
        <p14:creationId xmlns:p14="http://schemas.microsoft.com/office/powerpoint/2010/main" val="829927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944CE4-0E1E-2AB1-AD3E-85ACA270A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Download </a:t>
            </a:r>
            <a:r>
              <a:rPr lang="nl-NL" dirty="0" err="1"/>
              <a:t>table</a:t>
            </a:r>
            <a:r>
              <a:rPr lang="nl-NL" dirty="0"/>
              <a:t> </a:t>
            </a:r>
            <a:r>
              <a:rPr lang="nl-NL" dirty="0" err="1"/>
              <a:t>structure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4BBB7C2-1790-A69A-E18B-1788F2A55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3099" y="2425655"/>
            <a:ext cx="10886209" cy="3751308"/>
          </a:xfrm>
        </p:spPr>
        <p:txBody>
          <a:bodyPr/>
          <a:lstStyle/>
          <a:p>
            <a:r>
              <a:rPr lang="en-US" dirty="0" err="1">
                <a:hlinkClick r:id="rId2"/>
              </a:rPr>
              <a:t>CommonDataModel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inst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ddl</a:t>
            </a:r>
            <a:r>
              <a:rPr lang="en-US" dirty="0">
                <a:hlinkClick r:id="rId2"/>
              </a:rPr>
              <a:t>/5.4 at main · OHDSI/</a:t>
            </a:r>
            <a:r>
              <a:rPr lang="en-US" dirty="0" err="1">
                <a:hlinkClick r:id="rId2"/>
              </a:rPr>
              <a:t>CommonDataModel</a:t>
            </a:r>
            <a:r>
              <a:rPr lang="en-US" dirty="0">
                <a:hlinkClick r:id="rId2"/>
              </a:rPr>
              <a:t> · GitHub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03DAF12-E686-33BB-5582-9B9F9A156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Example footer | July 2018</a:t>
            </a:r>
          </a:p>
        </p:txBody>
      </p:sp>
    </p:spTree>
    <p:extLst>
      <p:ext uri="{BB962C8B-B14F-4D97-AF65-F5344CB8AC3E}">
        <p14:creationId xmlns:p14="http://schemas.microsoft.com/office/powerpoint/2010/main" val="3351742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DBA1E5-E203-C3AE-A75A-828F4548A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OHDSI R-packages </a:t>
            </a:r>
            <a:r>
              <a:rPr lang="nl-NL" dirty="0" err="1"/>
              <a:t>and</a:t>
            </a:r>
            <a:r>
              <a:rPr lang="nl-NL" dirty="0"/>
              <a:t> tools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E3DA48A-3E5A-E515-2420-DE6ACA4082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3100" y="2425655"/>
            <a:ext cx="10650682" cy="375130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>
                <a:hlinkClick r:id="rId2"/>
              </a:rPr>
              <a:t>OMOP Common Data Model</a:t>
            </a: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Usagi</a:t>
            </a:r>
            <a:r>
              <a:rPr lang="nl-NL" dirty="0"/>
              <a:t>: </a:t>
            </a:r>
            <a:r>
              <a:rPr lang="en-US" dirty="0">
                <a:hlinkClick r:id="rId3"/>
              </a:rPr>
              <a:t>OHDSI/Usagi: Usagi is an application to help create mappings between coding systems and the Vocabulary standard concepts.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HADES: </a:t>
            </a:r>
            <a:r>
              <a:rPr lang="nl-NL" dirty="0">
                <a:hlinkClick r:id="rId4"/>
              </a:rPr>
              <a:t>HADES</a:t>
            </a: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Athena</a:t>
            </a:r>
            <a:r>
              <a:rPr lang="nl-NL" dirty="0"/>
              <a:t>: </a:t>
            </a:r>
            <a:r>
              <a:rPr lang="nl-NL" dirty="0" err="1">
                <a:hlinkClick r:id="rId5"/>
              </a:rPr>
              <a:t>Athena</a:t>
            </a: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2930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DA9718-0CAA-7646-D391-60CB5603C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OHDSI studies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57009EA-4BDD-8CCA-37FF-1035CF2D7A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nl-NL" dirty="0">
                <a:hlinkClick r:id="rId2"/>
              </a:rPr>
              <a:t>OHDSI Studies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59071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D268CC-910B-6783-30A0-EF015D8EA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EHDEN data portal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DBFA22D-0953-D719-7DC6-D0E30E306E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3100" y="2425655"/>
            <a:ext cx="10507518" cy="3751308"/>
          </a:xfrm>
        </p:spPr>
        <p:txBody>
          <a:bodyPr/>
          <a:lstStyle/>
          <a:p>
            <a:r>
              <a:rPr lang="nl-NL" dirty="0">
                <a:hlinkClick r:id="rId2"/>
              </a:rPr>
              <a:t>EHDEN Portal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94574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AB6F26-016B-A9A8-BECB-EE1942FD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EHDEN Academy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A75B0F4-1DD9-DFB5-125E-16B67AA1F6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nl-NL" dirty="0">
                <a:hlinkClick r:id="rId2"/>
              </a:rPr>
              <a:t>EHDEN Academy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53783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6A91C1-1680-7575-BA9C-147A11C2C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Thank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listening</a:t>
            </a:r>
            <a:r>
              <a:rPr lang="nl-NL" dirty="0"/>
              <a:t>!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972E671-FD72-3C72-2AF1-8D6E8EF79A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3099" y="2425655"/>
            <a:ext cx="5571471" cy="3751308"/>
          </a:xfrm>
        </p:spPr>
        <p:txBody>
          <a:bodyPr/>
          <a:lstStyle/>
          <a:p>
            <a:r>
              <a:rPr lang="nl-NL" dirty="0">
                <a:hlinkClick r:id="rId2"/>
              </a:rPr>
              <a:t>rowdy.degroot@amsterdamumc.nl</a:t>
            </a:r>
            <a:r>
              <a:rPr lang="nl-N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6509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msterdam UMC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fd544e1-a865-4fda-8ddf-5b5bbab87493">
      <Terms xmlns="http://schemas.microsoft.com/office/infopath/2007/PartnerControls"/>
    </lcf76f155ced4ddcb4097134ff3c332f>
    <TaxCatchAll xmlns="cf7dd2b8-91e5-4b25-bc95-2225a1f9e4c0" xsi:nil="true"/>
    <bespreken xmlns="8fd544e1-a865-4fda-8ddf-5b5bbab87493">false</bespreken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BF06657527354DA1B6BF58B0561B9F" ma:contentTypeVersion="19" ma:contentTypeDescription="Een nieuw document maken." ma:contentTypeScope="" ma:versionID="9ca0573e0b0c25e529a8b3ea852c64c2">
  <xsd:schema xmlns:xsd="http://www.w3.org/2001/XMLSchema" xmlns:xs="http://www.w3.org/2001/XMLSchema" xmlns:p="http://schemas.microsoft.com/office/2006/metadata/properties" xmlns:ns2="8fd544e1-a865-4fda-8ddf-5b5bbab87493" xmlns:ns3="cf7dd2b8-91e5-4b25-bc95-2225a1f9e4c0" targetNamespace="http://schemas.microsoft.com/office/2006/metadata/properties" ma:root="true" ma:fieldsID="afd35dd22fbba11c2f08822c8ec18cde" ns2:_="" ns3:_="">
    <xsd:import namespace="8fd544e1-a865-4fda-8ddf-5b5bbab87493"/>
    <xsd:import namespace="cf7dd2b8-91e5-4b25-bc95-2225a1f9e4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bespre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d544e1-a865-4fda-8ddf-5b5bbab874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296240b3-82fb-446b-a13e-4fc46c6b65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bespreken" ma:index="25" nillable="true" ma:displayName="bespreken" ma:default="0" ma:format="Dropdown" ma:internalName="bespreken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7dd2b8-91e5-4b25-bc95-2225a1f9e4c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4b586e33-18b6-44e1-80ac-25f3cef52623}" ma:internalName="TaxCatchAll" ma:showField="CatchAllData" ma:web="cf7dd2b8-91e5-4b25-bc95-2225a1f9e4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3B0D41-09D7-497E-82B7-5BEA22F8587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4EA147B-806A-48F4-B571-55A59BAB473F}">
  <ds:schemaRefs>
    <ds:schemaRef ds:uri="8fd544e1-a865-4fda-8ddf-5b5bbab87493"/>
    <ds:schemaRef ds:uri="cf7dd2b8-91e5-4b25-bc95-2225a1f9e4c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4A5C13C-ADF2-475A-81E7-421B5FA730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d544e1-a865-4fda-8ddf-5b5bbab87493"/>
    <ds:schemaRef ds:uri="cf7dd2b8-91e5-4b25-bc95-2225a1f9e4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KonicaMinolta</Template>
  <TotalTime>438</TotalTime>
  <Words>242</Words>
  <Application>Microsoft Office PowerPoint</Application>
  <PresentationFormat>Breedbeeld</PresentationFormat>
  <Paragraphs>39</Paragraphs>
  <Slides>12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12</vt:i4>
      </vt:variant>
    </vt:vector>
  </HeadingPairs>
  <TitlesOfParts>
    <vt:vector size="17" baseType="lpstr">
      <vt:lpstr>Arial</vt:lpstr>
      <vt:lpstr>Calibri</vt:lpstr>
      <vt:lpstr>Trebuchet MS</vt:lpstr>
      <vt:lpstr>Wingdings</vt:lpstr>
      <vt:lpstr>Kantoorthema</vt:lpstr>
      <vt:lpstr>OMOP CDM in R</vt:lpstr>
      <vt:lpstr>OHDSI</vt:lpstr>
      <vt:lpstr>PowerPoint-presentatie</vt:lpstr>
      <vt:lpstr>PowerPoint-presentatie</vt:lpstr>
      <vt:lpstr>OMOP summary</vt:lpstr>
      <vt:lpstr>R demo time!</vt:lpstr>
      <vt:lpstr>Download table structure</vt:lpstr>
      <vt:lpstr>OHDSI R-packages and tools</vt:lpstr>
      <vt:lpstr>OHDSI studies</vt:lpstr>
      <vt:lpstr>EHDEN data portal</vt:lpstr>
      <vt:lpstr>EHDEN Academy</vt:lpstr>
      <vt:lpstr>Thank you for listening!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Olaf van der Grijspaarde</dc:creator>
  <cp:lastModifiedBy>Groot, R. de (Rowdy)</cp:lastModifiedBy>
  <cp:revision>151</cp:revision>
  <dcterms:created xsi:type="dcterms:W3CDTF">2018-06-28T15:32:29Z</dcterms:created>
  <dcterms:modified xsi:type="dcterms:W3CDTF">2026-04-09T13:09:13Z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0x010100CFBF06657527354DA1B6BF58B0561B9F</vt:lpwstr>
  </property>
  <property fmtid="{D5CDD505-2E9C-101B-9397-08002B2CF9AE}" pid="3" name="MediaServiceImageTags">
    <vt:lpwstr/>
  </property>
</Properties>
</file>