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3"/>
  </p:notesMasterIdLst>
  <p:sldIdLst>
    <p:sldId id="257" r:id="rId2"/>
    <p:sldId id="256" r:id="rId3"/>
    <p:sldId id="258" r:id="rId4"/>
    <p:sldId id="261" r:id="rId5"/>
    <p:sldId id="262" r:id="rId6"/>
    <p:sldId id="260" r:id="rId7"/>
    <p:sldId id="275" r:id="rId8"/>
    <p:sldId id="259" r:id="rId9"/>
    <p:sldId id="263" r:id="rId10"/>
    <p:sldId id="264" r:id="rId11"/>
    <p:sldId id="265" r:id="rId12"/>
    <p:sldId id="266" r:id="rId13"/>
    <p:sldId id="270" r:id="rId14"/>
    <p:sldId id="267" r:id="rId15"/>
    <p:sldId id="269" r:id="rId16"/>
    <p:sldId id="268" r:id="rId17"/>
    <p:sldId id="271" r:id="rId18"/>
    <p:sldId id="272" r:id="rId19"/>
    <p:sldId id="273" r:id="rId20"/>
    <p:sldId id="274" r:id="rId21"/>
    <p:sldId id="276" r:id="rId22"/>
  </p:sldIdLst>
  <p:sldSz cx="12192000" cy="6858000"/>
  <p:notesSz cx="6858000" cy="9144000"/>
  <p:defaultText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B128F70-052F-4434-9367-E8A3C689E4EA}" v="1" dt="2026-02-10T15:31:59.77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varScale="1">
        <p:scale>
          <a:sx n="66" d="100"/>
          <a:sy n="66" d="100"/>
        </p:scale>
        <p:origin x="0" y="0"/>
      </p:cViewPr>
      <p:guideLst/>
    </p:cSldViewPr>
  </p:slide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ostema, M.C. (Merel)" userId="c7407f7c-b247-41a1-8471-df11adf1660a" providerId="ADAL" clId="{65AF451D-A3D8-4942-BF51-E1D67C9EA5CB}"/>
    <pc:docChg chg="undo custSel addSld delSld modSld sldOrd">
      <pc:chgData name="Postema, M.C. (Merel)" userId="c7407f7c-b247-41a1-8471-df11adf1660a" providerId="ADAL" clId="{65AF451D-A3D8-4942-BF51-E1D67C9EA5CB}" dt="2026-02-10T15:31:59.769" v="3211"/>
      <pc:docMkLst>
        <pc:docMk/>
      </pc:docMkLst>
      <pc:sldChg chg="modSp mod">
        <pc:chgData name="Postema, M.C. (Merel)" userId="c7407f7c-b247-41a1-8471-df11adf1660a" providerId="ADAL" clId="{65AF451D-A3D8-4942-BF51-E1D67C9EA5CB}" dt="2026-02-03T08:34:58.974" v="17" actId="20577"/>
        <pc:sldMkLst>
          <pc:docMk/>
          <pc:sldMk cId="1954241622" sldId="256"/>
        </pc:sldMkLst>
        <pc:spChg chg="mod">
          <ac:chgData name="Postema, M.C. (Merel)" userId="c7407f7c-b247-41a1-8471-df11adf1660a" providerId="ADAL" clId="{65AF451D-A3D8-4942-BF51-E1D67C9EA5CB}" dt="2026-02-03T08:34:58.974" v="17" actId="20577"/>
          <ac:spMkLst>
            <pc:docMk/>
            <pc:sldMk cId="1954241622" sldId="256"/>
            <ac:spMk id="3" creationId="{BF3F2F2A-AF32-6591-88BB-62FD45B60419}"/>
          </ac:spMkLst>
        </pc:spChg>
      </pc:sldChg>
      <pc:sldChg chg="modSp mod ord">
        <pc:chgData name="Postema, M.C. (Merel)" userId="c7407f7c-b247-41a1-8471-df11adf1660a" providerId="ADAL" clId="{65AF451D-A3D8-4942-BF51-E1D67C9EA5CB}" dt="2026-02-10T15:31:59.769" v="3211"/>
        <pc:sldMkLst>
          <pc:docMk/>
          <pc:sldMk cId="3977046349" sldId="257"/>
        </pc:sldMkLst>
        <pc:spChg chg="mod">
          <ac:chgData name="Postema, M.C. (Merel)" userId="c7407f7c-b247-41a1-8471-df11adf1660a" providerId="ADAL" clId="{65AF451D-A3D8-4942-BF51-E1D67C9EA5CB}" dt="2026-02-10T15:31:25.849" v="3122" actId="20577"/>
          <ac:spMkLst>
            <pc:docMk/>
            <pc:sldMk cId="3977046349" sldId="257"/>
            <ac:spMk id="2" creationId="{4E40EC19-9A36-08A0-14EC-565790178BBD}"/>
          </ac:spMkLst>
        </pc:spChg>
        <pc:spChg chg="mod">
          <ac:chgData name="Postema, M.C. (Merel)" userId="c7407f7c-b247-41a1-8471-df11adf1660a" providerId="ADAL" clId="{65AF451D-A3D8-4942-BF51-E1D67C9EA5CB}" dt="2026-02-10T15:31:59.769" v="3211"/>
          <ac:spMkLst>
            <pc:docMk/>
            <pc:sldMk cId="3977046349" sldId="257"/>
            <ac:spMk id="3" creationId="{1EB28716-AF5B-545C-948B-B2F94866DB1E}"/>
          </ac:spMkLst>
        </pc:spChg>
      </pc:sldChg>
      <pc:sldChg chg="addSp modSp new mod modNotesTx">
        <pc:chgData name="Postema, M.C. (Merel)" userId="c7407f7c-b247-41a1-8471-df11adf1660a" providerId="ADAL" clId="{65AF451D-A3D8-4942-BF51-E1D67C9EA5CB}" dt="2026-02-03T09:46:00.211" v="464" actId="20577"/>
        <pc:sldMkLst>
          <pc:docMk/>
          <pc:sldMk cId="129588124" sldId="258"/>
        </pc:sldMkLst>
        <pc:spChg chg="mod">
          <ac:chgData name="Postema, M.C. (Merel)" userId="c7407f7c-b247-41a1-8471-df11adf1660a" providerId="ADAL" clId="{65AF451D-A3D8-4942-BF51-E1D67C9EA5CB}" dt="2026-02-03T09:36:53.259" v="53" actId="20577"/>
          <ac:spMkLst>
            <pc:docMk/>
            <pc:sldMk cId="129588124" sldId="258"/>
            <ac:spMk id="2" creationId="{6F699621-37BF-0A35-B5B5-630AA949DA55}"/>
          </ac:spMkLst>
        </pc:spChg>
        <pc:spChg chg="mod">
          <ac:chgData name="Postema, M.C. (Merel)" userId="c7407f7c-b247-41a1-8471-df11adf1660a" providerId="ADAL" clId="{65AF451D-A3D8-4942-BF51-E1D67C9EA5CB}" dt="2026-02-03T09:42:17.744" v="362" actId="20577"/>
          <ac:spMkLst>
            <pc:docMk/>
            <pc:sldMk cId="129588124" sldId="258"/>
            <ac:spMk id="3" creationId="{69910C43-391B-5788-68B6-AAD78F221CEE}"/>
          </ac:spMkLst>
        </pc:spChg>
        <pc:picChg chg="add mod">
          <ac:chgData name="Postema, M.C. (Merel)" userId="c7407f7c-b247-41a1-8471-df11adf1660a" providerId="ADAL" clId="{65AF451D-A3D8-4942-BF51-E1D67C9EA5CB}" dt="2026-02-03T09:40:45.599" v="355" actId="1076"/>
          <ac:picMkLst>
            <pc:docMk/>
            <pc:sldMk cId="129588124" sldId="258"/>
            <ac:picMk id="5" creationId="{202DBD3D-16FC-4720-BD63-A023C75A3A7F}"/>
          </ac:picMkLst>
        </pc:picChg>
      </pc:sldChg>
      <pc:sldChg chg="addSp delSp modSp new mod modNotesTx">
        <pc:chgData name="Postema, M.C. (Merel)" userId="c7407f7c-b247-41a1-8471-df11adf1660a" providerId="ADAL" clId="{65AF451D-A3D8-4942-BF51-E1D67C9EA5CB}" dt="2026-02-03T09:56:13.704" v="935" actId="20577"/>
        <pc:sldMkLst>
          <pc:docMk/>
          <pc:sldMk cId="1019853431" sldId="259"/>
        </pc:sldMkLst>
        <pc:spChg chg="mod">
          <ac:chgData name="Postema, M.C. (Merel)" userId="c7407f7c-b247-41a1-8471-df11adf1660a" providerId="ADAL" clId="{65AF451D-A3D8-4942-BF51-E1D67C9EA5CB}" dt="2026-02-03T09:56:13.704" v="935" actId="20577"/>
          <ac:spMkLst>
            <pc:docMk/>
            <pc:sldMk cId="1019853431" sldId="259"/>
            <ac:spMk id="2" creationId="{DCA2C497-8DCD-2C68-8CB5-C6736B375BB2}"/>
          </ac:spMkLst>
        </pc:spChg>
        <pc:picChg chg="add mod ord">
          <ac:chgData name="Postema, M.C. (Merel)" userId="c7407f7c-b247-41a1-8471-df11adf1660a" providerId="ADAL" clId="{65AF451D-A3D8-4942-BF51-E1D67C9EA5CB}" dt="2026-02-03T09:44:50.509" v="463" actId="22"/>
          <ac:picMkLst>
            <pc:docMk/>
            <pc:sldMk cId="1019853431" sldId="259"/>
            <ac:picMk id="5" creationId="{B83B15D5-3487-F4FF-4A13-CF6D03F67064}"/>
          </ac:picMkLst>
        </pc:picChg>
      </pc:sldChg>
      <pc:sldChg chg="addSp delSp modSp new mod ord">
        <pc:chgData name="Postema, M.C. (Merel)" userId="c7407f7c-b247-41a1-8471-df11adf1660a" providerId="ADAL" clId="{65AF451D-A3D8-4942-BF51-E1D67C9EA5CB}" dt="2026-02-03T13:27:54.897" v="2970" actId="20577"/>
        <pc:sldMkLst>
          <pc:docMk/>
          <pc:sldMk cId="2000622954" sldId="260"/>
        </pc:sldMkLst>
        <pc:spChg chg="mod">
          <ac:chgData name="Postema, M.C. (Merel)" userId="c7407f7c-b247-41a1-8471-df11adf1660a" providerId="ADAL" clId="{65AF451D-A3D8-4942-BF51-E1D67C9EA5CB}" dt="2026-02-03T09:54:34.600" v="832" actId="114"/>
          <ac:spMkLst>
            <pc:docMk/>
            <pc:sldMk cId="2000622954" sldId="260"/>
            <ac:spMk id="2" creationId="{7E01588B-9460-0399-DC95-E912CDE68D7F}"/>
          </ac:spMkLst>
        </pc:spChg>
        <pc:spChg chg="add mod">
          <ac:chgData name="Postema, M.C. (Merel)" userId="c7407f7c-b247-41a1-8471-df11adf1660a" providerId="ADAL" clId="{65AF451D-A3D8-4942-BF51-E1D67C9EA5CB}" dt="2026-02-03T13:27:54.897" v="2970" actId="20577"/>
          <ac:spMkLst>
            <pc:docMk/>
            <pc:sldMk cId="2000622954" sldId="260"/>
            <ac:spMk id="7" creationId="{9DD4DD66-36B2-6C31-8534-19A76A7E4BD6}"/>
          </ac:spMkLst>
        </pc:spChg>
      </pc:sldChg>
      <pc:sldChg chg="addSp delSp modSp new mod">
        <pc:chgData name="Postema, M.C. (Merel)" userId="c7407f7c-b247-41a1-8471-df11adf1660a" providerId="ADAL" clId="{65AF451D-A3D8-4942-BF51-E1D67C9EA5CB}" dt="2026-02-03T09:51:02.574" v="674" actId="114"/>
        <pc:sldMkLst>
          <pc:docMk/>
          <pc:sldMk cId="630012464" sldId="261"/>
        </pc:sldMkLst>
        <pc:spChg chg="mod">
          <ac:chgData name="Postema, M.C. (Merel)" userId="c7407f7c-b247-41a1-8471-df11adf1660a" providerId="ADAL" clId="{65AF451D-A3D8-4942-BF51-E1D67C9EA5CB}" dt="2026-02-03T09:51:02.574" v="674" actId="114"/>
          <ac:spMkLst>
            <pc:docMk/>
            <pc:sldMk cId="630012464" sldId="261"/>
            <ac:spMk id="2" creationId="{4C33361F-8F00-AEA2-948F-AEEF575633B3}"/>
          </ac:spMkLst>
        </pc:spChg>
        <pc:spChg chg="mod">
          <ac:chgData name="Postema, M.C. (Merel)" userId="c7407f7c-b247-41a1-8471-df11adf1660a" providerId="ADAL" clId="{65AF451D-A3D8-4942-BF51-E1D67C9EA5CB}" dt="2026-02-03T09:48:18.931" v="633" actId="20577"/>
          <ac:spMkLst>
            <pc:docMk/>
            <pc:sldMk cId="630012464" sldId="261"/>
            <ac:spMk id="3" creationId="{2361C716-C13A-F2FC-D0F4-F2351C708C7B}"/>
          </ac:spMkLst>
        </pc:spChg>
        <pc:spChg chg="mod">
          <ac:chgData name="Postema, M.C. (Merel)" userId="c7407f7c-b247-41a1-8471-df11adf1660a" providerId="ADAL" clId="{65AF451D-A3D8-4942-BF51-E1D67C9EA5CB}" dt="2026-02-03T09:48:47.694" v="662" actId="20577"/>
          <ac:spMkLst>
            <pc:docMk/>
            <pc:sldMk cId="630012464" sldId="261"/>
            <ac:spMk id="5" creationId="{BC1CE256-ED1D-C178-2972-113792C53A99}"/>
          </ac:spMkLst>
        </pc:spChg>
        <pc:picChg chg="add mod">
          <ac:chgData name="Postema, M.C. (Merel)" userId="c7407f7c-b247-41a1-8471-df11adf1660a" providerId="ADAL" clId="{65AF451D-A3D8-4942-BF51-E1D67C9EA5CB}" dt="2026-02-03T09:49:00.646" v="663"/>
          <ac:picMkLst>
            <pc:docMk/>
            <pc:sldMk cId="630012464" sldId="261"/>
            <ac:picMk id="7" creationId="{0255EC79-3FAC-559A-775E-DBAB8C557C07}"/>
          </ac:picMkLst>
        </pc:picChg>
        <pc:picChg chg="add mod ord">
          <ac:chgData name="Postema, M.C. (Merel)" userId="c7407f7c-b247-41a1-8471-df11adf1660a" providerId="ADAL" clId="{65AF451D-A3D8-4942-BF51-E1D67C9EA5CB}" dt="2026-02-03T09:49:18.172" v="664" actId="22"/>
          <ac:picMkLst>
            <pc:docMk/>
            <pc:sldMk cId="630012464" sldId="261"/>
            <ac:picMk id="9" creationId="{0020B32C-08A9-AB3F-8BBC-3CE1553AFC27}"/>
          </ac:picMkLst>
        </pc:picChg>
      </pc:sldChg>
      <pc:sldChg chg="addSp delSp modSp add mod">
        <pc:chgData name="Postema, M.C. (Merel)" userId="c7407f7c-b247-41a1-8471-df11adf1660a" providerId="ADAL" clId="{65AF451D-A3D8-4942-BF51-E1D67C9EA5CB}" dt="2026-02-03T09:50:55.513" v="673" actId="114"/>
        <pc:sldMkLst>
          <pc:docMk/>
          <pc:sldMk cId="122644419" sldId="262"/>
        </pc:sldMkLst>
        <pc:spChg chg="mod">
          <ac:chgData name="Postema, M.C. (Merel)" userId="c7407f7c-b247-41a1-8471-df11adf1660a" providerId="ADAL" clId="{65AF451D-A3D8-4942-BF51-E1D67C9EA5CB}" dt="2026-02-03T09:50:55.513" v="673" actId="114"/>
          <ac:spMkLst>
            <pc:docMk/>
            <pc:sldMk cId="122644419" sldId="262"/>
            <ac:spMk id="2" creationId="{7C83D3D9-4197-D393-71AD-17B993F05380}"/>
          </ac:spMkLst>
        </pc:spChg>
        <pc:picChg chg="add mod ord">
          <ac:chgData name="Postema, M.C. (Merel)" userId="c7407f7c-b247-41a1-8471-df11adf1660a" providerId="ADAL" clId="{65AF451D-A3D8-4942-BF51-E1D67C9EA5CB}" dt="2026-02-03T09:50:41.006" v="672" actId="22"/>
          <ac:picMkLst>
            <pc:docMk/>
            <pc:sldMk cId="122644419" sldId="262"/>
            <ac:picMk id="10" creationId="{7CF20FEB-1193-2D94-6FDA-75DA5565B221}"/>
          </ac:picMkLst>
        </pc:picChg>
      </pc:sldChg>
      <pc:sldChg chg="modSp new mod modNotesTx">
        <pc:chgData name="Postema, M.C. (Merel)" userId="c7407f7c-b247-41a1-8471-df11adf1660a" providerId="ADAL" clId="{65AF451D-A3D8-4942-BF51-E1D67C9EA5CB}" dt="2026-02-03T10:19:44.867" v="1410" actId="5793"/>
        <pc:sldMkLst>
          <pc:docMk/>
          <pc:sldMk cId="3904205995" sldId="263"/>
        </pc:sldMkLst>
        <pc:spChg chg="mod">
          <ac:chgData name="Postema, M.C. (Merel)" userId="c7407f7c-b247-41a1-8471-df11adf1660a" providerId="ADAL" clId="{65AF451D-A3D8-4942-BF51-E1D67C9EA5CB}" dt="2026-02-03T09:56:52.794" v="979" actId="20577"/>
          <ac:spMkLst>
            <pc:docMk/>
            <pc:sldMk cId="3904205995" sldId="263"/>
            <ac:spMk id="2" creationId="{4C0D9924-1C08-B9F4-9F1D-5E14499C7413}"/>
          </ac:spMkLst>
        </pc:spChg>
        <pc:spChg chg="mod">
          <ac:chgData name="Postema, M.C. (Merel)" userId="c7407f7c-b247-41a1-8471-df11adf1660a" providerId="ADAL" clId="{65AF451D-A3D8-4942-BF51-E1D67C9EA5CB}" dt="2026-02-03T10:19:44.867" v="1410" actId="5793"/>
          <ac:spMkLst>
            <pc:docMk/>
            <pc:sldMk cId="3904205995" sldId="263"/>
            <ac:spMk id="3" creationId="{B44E9324-1D82-28D5-7F54-CDEF84F188DB}"/>
          </ac:spMkLst>
        </pc:spChg>
      </pc:sldChg>
      <pc:sldChg chg="addSp delSp modSp new mod modNotesTx">
        <pc:chgData name="Postema, M.C. (Merel)" userId="c7407f7c-b247-41a1-8471-df11adf1660a" providerId="ADAL" clId="{65AF451D-A3D8-4942-BF51-E1D67C9EA5CB}" dt="2026-02-03T10:30:22.221" v="1592" actId="20577"/>
        <pc:sldMkLst>
          <pc:docMk/>
          <pc:sldMk cId="2295593995" sldId="264"/>
        </pc:sldMkLst>
        <pc:spChg chg="mod">
          <ac:chgData name="Postema, M.C. (Merel)" userId="c7407f7c-b247-41a1-8471-df11adf1660a" providerId="ADAL" clId="{65AF451D-A3D8-4942-BF51-E1D67C9EA5CB}" dt="2026-02-03T10:20:01.306" v="1429" actId="20577"/>
          <ac:spMkLst>
            <pc:docMk/>
            <pc:sldMk cId="2295593995" sldId="264"/>
            <ac:spMk id="2" creationId="{F1D196E5-2F4D-822C-5CE2-EAC298A5AED0}"/>
          </ac:spMkLst>
        </pc:spChg>
        <pc:spChg chg="mod">
          <ac:chgData name="Postema, M.C. (Merel)" userId="c7407f7c-b247-41a1-8471-df11adf1660a" providerId="ADAL" clId="{65AF451D-A3D8-4942-BF51-E1D67C9EA5CB}" dt="2026-02-03T10:22:04.019" v="1437" actId="20577"/>
          <ac:spMkLst>
            <pc:docMk/>
            <pc:sldMk cId="2295593995" sldId="264"/>
            <ac:spMk id="3" creationId="{6429E5B3-29B3-1541-DC13-CC2FA1373D96}"/>
          </ac:spMkLst>
        </pc:spChg>
        <pc:picChg chg="add mod">
          <ac:chgData name="Postema, M.C. (Merel)" userId="c7407f7c-b247-41a1-8471-df11adf1660a" providerId="ADAL" clId="{65AF451D-A3D8-4942-BF51-E1D67C9EA5CB}" dt="2026-02-03T10:22:44.865" v="1446" actId="1076"/>
          <ac:picMkLst>
            <pc:docMk/>
            <pc:sldMk cId="2295593995" sldId="264"/>
            <ac:picMk id="5" creationId="{5131545F-0124-EE25-4491-F492D287F079}"/>
          </ac:picMkLst>
        </pc:picChg>
      </pc:sldChg>
      <pc:sldChg chg="addSp delSp modSp new mod modNotesTx">
        <pc:chgData name="Postema, M.C. (Merel)" userId="c7407f7c-b247-41a1-8471-df11adf1660a" providerId="ADAL" clId="{65AF451D-A3D8-4942-BF51-E1D67C9EA5CB}" dt="2026-02-03T10:29:54.472" v="1560" actId="113"/>
        <pc:sldMkLst>
          <pc:docMk/>
          <pc:sldMk cId="291558844" sldId="265"/>
        </pc:sldMkLst>
        <pc:spChg chg="mod">
          <ac:chgData name="Postema, M.C. (Merel)" userId="c7407f7c-b247-41a1-8471-df11adf1660a" providerId="ADAL" clId="{65AF451D-A3D8-4942-BF51-E1D67C9EA5CB}" dt="2026-02-03T10:27:14.302" v="1540" actId="20577"/>
          <ac:spMkLst>
            <pc:docMk/>
            <pc:sldMk cId="291558844" sldId="265"/>
            <ac:spMk id="2" creationId="{BE10550A-EC55-FC35-FD99-9D32F4684D56}"/>
          </ac:spMkLst>
        </pc:spChg>
        <pc:picChg chg="add mod ord">
          <ac:chgData name="Postema, M.C. (Merel)" userId="c7407f7c-b247-41a1-8471-df11adf1660a" providerId="ADAL" clId="{65AF451D-A3D8-4942-BF51-E1D67C9EA5CB}" dt="2026-02-03T10:29:11.967" v="1558" actId="1076"/>
          <ac:picMkLst>
            <pc:docMk/>
            <pc:sldMk cId="291558844" sldId="265"/>
            <ac:picMk id="5" creationId="{FA137017-D460-2586-7AD7-5546751217EC}"/>
          </ac:picMkLst>
        </pc:picChg>
        <pc:picChg chg="add mod modCrop">
          <ac:chgData name="Postema, M.C. (Merel)" userId="c7407f7c-b247-41a1-8471-df11adf1660a" providerId="ADAL" clId="{65AF451D-A3D8-4942-BF51-E1D67C9EA5CB}" dt="2026-02-03T10:29:06.094" v="1557" actId="1076"/>
          <ac:picMkLst>
            <pc:docMk/>
            <pc:sldMk cId="291558844" sldId="265"/>
            <ac:picMk id="6" creationId="{6E868BBD-6C94-C900-F570-148DC6D0D1B3}"/>
          </ac:picMkLst>
        </pc:picChg>
      </pc:sldChg>
      <pc:sldChg chg="addSp delSp modSp new mod modNotesTx">
        <pc:chgData name="Postema, M.C. (Merel)" userId="c7407f7c-b247-41a1-8471-df11adf1660a" providerId="ADAL" clId="{65AF451D-A3D8-4942-BF51-E1D67C9EA5CB}" dt="2026-02-03T10:41:18.134" v="1826" actId="478"/>
        <pc:sldMkLst>
          <pc:docMk/>
          <pc:sldMk cId="3589761041" sldId="266"/>
        </pc:sldMkLst>
        <pc:spChg chg="mod">
          <ac:chgData name="Postema, M.C. (Merel)" userId="c7407f7c-b247-41a1-8471-df11adf1660a" providerId="ADAL" clId="{65AF451D-A3D8-4942-BF51-E1D67C9EA5CB}" dt="2026-02-03T10:31:25.625" v="1672" actId="20577"/>
          <ac:spMkLst>
            <pc:docMk/>
            <pc:sldMk cId="3589761041" sldId="266"/>
            <ac:spMk id="2" creationId="{4D5F8445-79CB-AC3C-7F05-F7B3107C8EFC}"/>
          </ac:spMkLst>
        </pc:spChg>
        <pc:picChg chg="add mod ord">
          <ac:chgData name="Postema, M.C. (Merel)" userId="c7407f7c-b247-41a1-8471-df11adf1660a" providerId="ADAL" clId="{65AF451D-A3D8-4942-BF51-E1D67C9EA5CB}" dt="2026-02-03T10:32:32.119" v="1761" actId="1076"/>
          <ac:picMkLst>
            <pc:docMk/>
            <pc:sldMk cId="3589761041" sldId="266"/>
            <ac:picMk id="5" creationId="{C87AC836-633F-75E3-68C3-C9FF6782EAD8}"/>
          </ac:picMkLst>
        </pc:picChg>
      </pc:sldChg>
      <pc:sldChg chg="addSp modSp add mod">
        <pc:chgData name="Postema, M.C. (Merel)" userId="c7407f7c-b247-41a1-8471-df11adf1660a" providerId="ADAL" clId="{65AF451D-A3D8-4942-BF51-E1D67C9EA5CB}" dt="2026-02-03T10:37:16.891" v="1794" actId="1076"/>
        <pc:sldMkLst>
          <pc:docMk/>
          <pc:sldMk cId="3870999132" sldId="267"/>
        </pc:sldMkLst>
        <pc:spChg chg="mod">
          <ac:chgData name="Postema, M.C. (Merel)" userId="c7407f7c-b247-41a1-8471-df11adf1660a" providerId="ADAL" clId="{65AF451D-A3D8-4942-BF51-E1D67C9EA5CB}" dt="2026-02-03T10:37:13.357" v="1793" actId="27636"/>
          <ac:spMkLst>
            <pc:docMk/>
            <pc:sldMk cId="3870999132" sldId="267"/>
            <ac:spMk id="8" creationId="{8683F50B-E852-322B-4DC9-AA91BE316E7A}"/>
          </ac:spMkLst>
        </pc:spChg>
        <pc:picChg chg="add mod">
          <ac:chgData name="Postema, M.C. (Merel)" userId="c7407f7c-b247-41a1-8471-df11adf1660a" providerId="ADAL" clId="{65AF451D-A3D8-4942-BF51-E1D67C9EA5CB}" dt="2026-02-03T10:37:16.891" v="1794" actId="1076"/>
          <ac:picMkLst>
            <pc:docMk/>
            <pc:sldMk cId="3870999132" sldId="267"/>
            <ac:picMk id="4" creationId="{3A1E02D5-EB29-F54C-0CD7-288074D825E1}"/>
          </ac:picMkLst>
        </pc:picChg>
      </pc:sldChg>
      <pc:sldChg chg="addSp modSp add mod">
        <pc:chgData name="Postema, M.C. (Merel)" userId="c7407f7c-b247-41a1-8471-df11adf1660a" providerId="ADAL" clId="{65AF451D-A3D8-4942-BF51-E1D67C9EA5CB}" dt="2026-02-03T10:43:13.690" v="1850" actId="1076"/>
        <pc:sldMkLst>
          <pc:docMk/>
          <pc:sldMk cId="3669969249" sldId="268"/>
        </pc:sldMkLst>
        <pc:spChg chg="mod">
          <ac:chgData name="Postema, M.C. (Merel)" userId="c7407f7c-b247-41a1-8471-df11adf1660a" providerId="ADAL" clId="{65AF451D-A3D8-4942-BF51-E1D67C9EA5CB}" dt="2026-02-03T10:43:11.546" v="1849" actId="14100"/>
          <ac:spMkLst>
            <pc:docMk/>
            <pc:sldMk cId="3669969249" sldId="268"/>
            <ac:spMk id="8" creationId="{B2C66A63-2313-088A-BEF9-B03DB9636FE6}"/>
          </ac:spMkLst>
        </pc:spChg>
        <pc:picChg chg="add mod">
          <ac:chgData name="Postema, M.C. (Merel)" userId="c7407f7c-b247-41a1-8471-df11adf1660a" providerId="ADAL" clId="{65AF451D-A3D8-4942-BF51-E1D67C9EA5CB}" dt="2026-02-03T10:43:13.690" v="1850" actId="1076"/>
          <ac:picMkLst>
            <pc:docMk/>
            <pc:sldMk cId="3669969249" sldId="268"/>
            <ac:picMk id="4" creationId="{9CD2A17A-0F77-A3C7-C629-C98314655047}"/>
          </ac:picMkLst>
        </pc:picChg>
      </pc:sldChg>
      <pc:sldChg chg="addSp modSp add mod ord">
        <pc:chgData name="Postema, M.C. (Merel)" userId="c7407f7c-b247-41a1-8471-df11adf1660a" providerId="ADAL" clId="{65AF451D-A3D8-4942-BF51-E1D67C9EA5CB}" dt="2026-02-03T10:39:59.072" v="1818"/>
        <pc:sldMkLst>
          <pc:docMk/>
          <pc:sldMk cId="3542700655" sldId="269"/>
        </pc:sldMkLst>
        <pc:spChg chg="mod">
          <ac:chgData name="Postema, M.C. (Merel)" userId="c7407f7c-b247-41a1-8471-df11adf1660a" providerId="ADAL" clId="{65AF451D-A3D8-4942-BF51-E1D67C9EA5CB}" dt="2026-02-03T10:38:38.591" v="1807" actId="27636"/>
          <ac:spMkLst>
            <pc:docMk/>
            <pc:sldMk cId="3542700655" sldId="269"/>
            <ac:spMk id="8" creationId="{7497B482-9083-BE10-A615-512045A4CD3B}"/>
          </ac:spMkLst>
        </pc:spChg>
        <pc:picChg chg="add mod">
          <ac:chgData name="Postema, M.C. (Merel)" userId="c7407f7c-b247-41a1-8471-df11adf1660a" providerId="ADAL" clId="{65AF451D-A3D8-4942-BF51-E1D67C9EA5CB}" dt="2026-02-03T10:39:51.130" v="1816" actId="1076"/>
          <ac:picMkLst>
            <pc:docMk/>
            <pc:sldMk cId="3542700655" sldId="269"/>
            <ac:picMk id="4" creationId="{1DAA5AC8-B550-8F33-F6EB-B054AC228BE7}"/>
          </ac:picMkLst>
        </pc:picChg>
        <pc:picChg chg="add mod">
          <ac:chgData name="Postema, M.C. (Merel)" userId="c7407f7c-b247-41a1-8471-df11adf1660a" providerId="ADAL" clId="{65AF451D-A3D8-4942-BF51-E1D67C9EA5CB}" dt="2026-02-03T10:39:49.187" v="1815" actId="1076"/>
          <ac:picMkLst>
            <pc:docMk/>
            <pc:sldMk cId="3542700655" sldId="269"/>
            <ac:picMk id="7" creationId="{5D1F7F81-34E3-2721-4510-BD5C43414AEA}"/>
          </ac:picMkLst>
        </pc:picChg>
      </pc:sldChg>
      <pc:sldChg chg="add">
        <pc:chgData name="Postema, M.C. (Merel)" userId="c7407f7c-b247-41a1-8471-df11adf1660a" providerId="ADAL" clId="{65AF451D-A3D8-4942-BF51-E1D67C9EA5CB}" dt="2026-02-03T10:41:15.335" v="1825"/>
        <pc:sldMkLst>
          <pc:docMk/>
          <pc:sldMk cId="1566650467" sldId="270"/>
        </pc:sldMkLst>
      </pc:sldChg>
      <pc:sldChg chg="addSp delSp modSp add mod modNotesTx">
        <pc:chgData name="Postema, M.C. (Merel)" userId="c7407f7c-b247-41a1-8471-df11adf1660a" providerId="ADAL" clId="{65AF451D-A3D8-4942-BF51-E1D67C9EA5CB}" dt="2026-02-03T10:44:57.492" v="1862" actId="20577"/>
        <pc:sldMkLst>
          <pc:docMk/>
          <pc:sldMk cId="2295711959" sldId="271"/>
        </pc:sldMkLst>
        <pc:spChg chg="mod">
          <ac:chgData name="Postema, M.C. (Merel)" userId="c7407f7c-b247-41a1-8471-df11adf1660a" providerId="ADAL" clId="{65AF451D-A3D8-4942-BF51-E1D67C9EA5CB}" dt="2026-02-03T10:44:22.539" v="1861" actId="27636"/>
          <ac:spMkLst>
            <pc:docMk/>
            <pc:sldMk cId="2295711959" sldId="271"/>
            <ac:spMk id="8" creationId="{B0608736-B06C-4DDE-EEA2-B98DFCAC472F}"/>
          </ac:spMkLst>
        </pc:spChg>
        <pc:picChg chg="add mod">
          <ac:chgData name="Postema, M.C. (Merel)" userId="c7407f7c-b247-41a1-8471-df11adf1660a" providerId="ADAL" clId="{65AF451D-A3D8-4942-BF51-E1D67C9EA5CB}" dt="2026-02-03T10:44:17.776" v="1858" actId="1076"/>
          <ac:picMkLst>
            <pc:docMk/>
            <pc:sldMk cId="2295711959" sldId="271"/>
            <ac:picMk id="6" creationId="{C1B38F36-2E65-8FFC-CF34-0B74EAB0D351}"/>
          </ac:picMkLst>
        </pc:picChg>
      </pc:sldChg>
      <pc:sldChg chg="addSp modSp new mod modNotesTx">
        <pc:chgData name="Postema, M.C. (Merel)" userId="c7407f7c-b247-41a1-8471-df11adf1660a" providerId="ADAL" clId="{65AF451D-A3D8-4942-BF51-E1D67C9EA5CB}" dt="2026-02-03T10:55:11.892" v="2627" actId="20577"/>
        <pc:sldMkLst>
          <pc:docMk/>
          <pc:sldMk cId="1588200049" sldId="272"/>
        </pc:sldMkLst>
        <pc:spChg chg="mod">
          <ac:chgData name="Postema, M.C. (Merel)" userId="c7407f7c-b247-41a1-8471-df11adf1660a" providerId="ADAL" clId="{65AF451D-A3D8-4942-BF51-E1D67C9EA5CB}" dt="2026-02-03T10:55:11.892" v="2627" actId="20577"/>
          <ac:spMkLst>
            <pc:docMk/>
            <pc:sldMk cId="1588200049" sldId="272"/>
            <ac:spMk id="2" creationId="{EE2E003F-4255-2B87-46A1-02F875EB9272}"/>
          </ac:spMkLst>
        </pc:spChg>
        <pc:spChg chg="mod">
          <ac:chgData name="Postema, M.C. (Merel)" userId="c7407f7c-b247-41a1-8471-df11adf1660a" providerId="ADAL" clId="{65AF451D-A3D8-4942-BF51-E1D67C9EA5CB}" dt="2026-02-03T10:54:50.955" v="2622" actId="27636"/>
          <ac:spMkLst>
            <pc:docMk/>
            <pc:sldMk cId="1588200049" sldId="272"/>
            <ac:spMk id="3" creationId="{69C01250-668F-880C-5DB6-4035254380D2}"/>
          </ac:spMkLst>
        </pc:spChg>
        <pc:picChg chg="add mod">
          <ac:chgData name="Postema, M.C. (Merel)" userId="c7407f7c-b247-41a1-8471-df11adf1660a" providerId="ADAL" clId="{65AF451D-A3D8-4942-BF51-E1D67C9EA5CB}" dt="2026-02-03T10:54:48.243" v="2619" actId="1076"/>
          <ac:picMkLst>
            <pc:docMk/>
            <pc:sldMk cId="1588200049" sldId="272"/>
            <ac:picMk id="5" creationId="{A8FA3566-9342-C0D1-74F8-6CB667BB3D4D}"/>
          </ac:picMkLst>
        </pc:picChg>
      </pc:sldChg>
      <pc:sldChg chg="addSp delSp modSp add mod modNotesTx">
        <pc:chgData name="Postema, M.C. (Merel)" userId="c7407f7c-b247-41a1-8471-df11adf1660a" providerId="ADAL" clId="{65AF451D-A3D8-4942-BF51-E1D67C9EA5CB}" dt="2026-02-03T11:00:22.137" v="2915" actId="20577"/>
        <pc:sldMkLst>
          <pc:docMk/>
          <pc:sldMk cId="1011009615" sldId="273"/>
        </pc:sldMkLst>
        <pc:spChg chg="mod">
          <ac:chgData name="Postema, M.C. (Merel)" userId="c7407f7c-b247-41a1-8471-df11adf1660a" providerId="ADAL" clId="{65AF451D-A3D8-4942-BF51-E1D67C9EA5CB}" dt="2026-02-03T10:57:04.770" v="2657" actId="20577"/>
          <ac:spMkLst>
            <pc:docMk/>
            <pc:sldMk cId="1011009615" sldId="273"/>
            <ac:spMk id="2" creationId="{5FC2CC8A-9B0A-FD67-53BD-36714DD9744D}"/>
          </ac:spMkLst>
        </pc:spChg>
        <pc:spChg chg="mod">
          <ac:chgData name="Postema, M.C. (Merel)" userId="c7407f7c-b247-41a1-8471-df11adf1660a" providerId="ADAL" clId="{65AF451D-A3D8-4942-BF51-E1D67C9EA5CB}" dt="2026-02-03T10:59:22.895" v="2911" actId="20577"/>
          <ac:spMkLst>
            <pc:docMk/>
            <pc:sldMk cId="1011009615" sldId="273"/>
            <ac:spMk id="3" creationId="{C1CD1ABD-9EEE-3E2F-3EBB-4650169709C4}"/>
          </ac:spMkLst>
        </pc:spChg>
        <pc:picChg chg="add mod">
          <ac:chgData name="Postema, M.C. (Merel)" userId="c7407f7c-b247-41a1-8471-df11adf1660a" providerId="ADAL" clId="{65AF451D-A3D8-4942-BF51-E1D67C9EA5CB}" dt="2026-02-03T10:59:41.578" v="2913" actId="1076"/>
          <ac:picMkLst>
            <pc:docMk/>
            <pc:sldMk cId="1011009615" sldId="273"/>
            <ac:picMk id="9" creationId="{1D4ED7F8-38E0-0DEB-995B-37F21C48139A}"/>
          </ac:picMkLst>
        </pc:picChg>
      </pc:sldChg>
      <pc:sldChg chg="add del ord">
        <pc:chgData name="Postema, M.C. (Merel)" userId="c7407f7c-b247-41a1-8471-df11adf1660a" providerId="ADAL" clId="{65AF451D-A3D8-4942-BF51-E1D67C9EA5CB}" dt="2026-02-03T10:55:03.056" v="2624" actId="47"/>
        <pc:sldMkLst>
          <pc:docMk/>
          <pc:sldMk cId="1153175017" sldId="274"/>
        </pc:sldMkLst>
      </pc:sldChg>
      <pc:sldChg chg="modSp new mod">
        <pc:chgData name="Postema, M.C. (Merel)" userId="c7407f7c-b247-41a1-8471-df11adf1660a" providerId="ADAL" clId="{65AF451D-A3D8-4942-BF51-E1D67C9EA5CB}" dt="2026-02-03T11:01:02.604" v="2928" actId="20577"/>
        <pc:sldMkLst>
          <pc:docMk/>
          <pc:sldMk cId="1675821494" sldId="274"/>
        </pc:sldMkLst>
        <pc:spChg chg="mod">
          <ac:chgData name="Postema, M.C. (Merel)" userId="c7407f7c-b247-41a1-8471-df11adf1660a" providerId="ADAL" clId="{65AF451D-A3D8-4942-BF51-E1D67C9EA5CB}" dt="2026-02-03T11:00:54.625" v="2927" actId="20577"/>
          <ac:spMkLst>
            <pc:docMk/>
            <pc:sldMk cId="1675821494" sldId="274"/>
            <ac:spMk id="2" creationId="{6751A760-9B23-A455-66F5-C971DB098CBB}"/>
          </ac:spMkLst>
        </pc:spChg>
        <pc:spChg chg="mod">
          <ac:chgData name="Postema, M.C. (Merel)" userId="c7407f7c-b247-41a1-8471-df11adf1660a" providerId="ADAL" clId="{65AF451D-A3D8-4942-BF51-E1D67C9EA5CB}" dt="2026-02-03T11:01:02.604" v="2928" actId="20577"/>
          <ac:spMkLst>
            <pc:docMk/>
            <pc:sldMk cId="1675821494" sldId="274"/>
            <ac:spMk id="3" creationId="{C9018CC4-213F-DA07-5FA1-C4C28E6A8B6F}"/>
          </ac:spMkLst>
        </pc:spChg>
      </pc:sldChg>
      <pc:sldChg chg="modSp new mod">
        <pc:chgData name="Postema, M.C. (Merel)" userId="c7407f7c-b247-41a1-8471-df11adf1660a" providerId="ADAL" clId="{65AF451D-A3D8-4942-BF51-E1D67C9EA5CB}" dt="2026-02-03T14:18:59.478" v="3103" actId="20577"/>
        <pc:sldMkLst>
          <pc:docMk/>
          <pc:sldMk cId="1587089552" sldId="275"/>
        </pc:sldMkLst>
        <pc:spChg chg="mod">
          <ac:chgData name="Postema, M.C. (Merel)" userId="c7407f7c-b247-41a1-8471-df11adf1660a" providerId="ADAL" clId="{65AF451D-A3D8-4942-BF51-E1D67C9EA5CB}" dt="2026-02-03T12:01:16.904" v="2959" actId="20577"/>
          <ac:spMkLst>
            <pc:docMk/>
            <pc:sldMk cId="1587089552" sldId="275"/>
            <ac:spMk id="2" creationId="{4D3138B1-83FA-CA2D-E614-DCD73C525083}"/>
          </ac:spMkLst>
        </pc:spChg>
        <pc:spChg chg="mod">
          <ac:chgData name="Postema, M.C. (Merel)" userId="c7407f7c-b247-41a1-8471-df11adf1660a" providerId="ADAL" clId="{65AF451D-A3D8-4942-BF51-E1D67C9EA5CB}" dt="2026-02-03T14:18:59.478" v="3103" actId="20577"/>
          <ac:spMkLst>
            <pc:docMk/>
            <pc:sldMk cId="1587089552" sldId="275"/>
            <ac:spMk id="3" creationId="{C09BDC3C-0355-6C51-E80A-F692C2CD79DC}"/>
          </ac:spMkLst>
        </pc:spChg>
      </pc:sldChg>
      <pc:sldChg chg="modSp new mod">
        <pc:chgData name="Postema, M.C. (Merel)" userId="c7407f7c-b247-41a1-8471-df11adf1660a" providerId="ADAL" clId="{65AF451D-A3D8-4942-BF51-E1D67C9EA5CB}" dt="2026-02-03T14:14:02.350" v="3058" actId="20577"/>
        <pc:sldMkLst>
          <pc:docMk/>
          <pc:sldMk cId="3337740386" sldId="276"/>
        </pc:sldMkLst>
        <pc:spChg chg="mod">
          <ac:chgData name="Postema, M.C. (Merel)" userId="c7407f7c-b247-41a1-8471-df11adf1660a" providerId="ADAL" clId="{65AF451D-A3D8-4942-BF51-E1D67C9EA5CB}" dt="2026-02-03T14:12:29.461" v="3013" actId="20577"/>
          <ac:spMkLst>
            <pc:docMk/>
            <pc:sldMk cId="3337740386" sldId="276"/>
            <ac:spMk id="2" creationId="{71C68198-410B-E60F-3FAE-348DE0A24909}"/>
          </ac:spMkLst>
        </pc:spChg>
        <pc:spChg chg="mod">
          <ac:chgData name="Postema, M.C. (Merel)" userId="c7407f7c-b247-41a1-8471-df11adf1660a" providerId="ADAL" clId="{65AF451D-A3D8-4942-BF51-E1D67C9EA5CB}" dt="2026-02-03T14:14:02.350" v="3058" actId="20577"/>
          <ac:spMkLst>
            <pc:docMk/>
            <pc:sldMk cId="3337740386" sldId="276"/>
            <ac:spMk id="3" creationId="{9E02FD43-797C-98AA-3EAB-5FB861AAA4F7}"/>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nl-NL"/>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0FADE17-ED7A-4B23-B5E0-E3B1BF818C1B}" type="datetimeFigureOut">
              <a:rPr lang="nl-NL" smtClean="0"/>
              <a:t>11-2-2026</a:t>
            </a:fld>
            <a:endParaRPr lang="nl-NL"/>
          </a:p>
        </p:txBody>
      </p:sp>
      <p:sp>
        <p:nvSpPr>
          <p:cNvPr id="4" name="Tijdelijke aanduiding voor dia-afbeelding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nl-NL"/>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nl-NL"/>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EB770D2-6F66-4EE7-B030-9CCA8A906342}" type="slidenum">
              <a:rPr lang="nl-NL" smtClean="0"/>
              <a:t>‹nr.›</a:t>
            </a:fld>
            <a:endParaRPr lang="nl-NL"/>
          </a:p>
        </p:txBody>
      </p:sp>
    </p:spTree>
    <p:extLst>
      <p:ext uri="{BB962C8B-B14F-4D97-AF65-F5344CB8AC3E}">
        <p14:creationId xmlns:p14="http://schemas.microsoft.com/office/powerpoint/2010/main" val="10451472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s://inforiver.com/insights/data-storytelling-vs-data-visualization/" TargetMode="External"/><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r>
              <a:rPr lang="en-US">
                <a:hlinkClick r:id="rId3"/>
              </a:rPr>
              <a:t>Data Storytelling vs. Data Visualization: Key Differences</a:t>
            </a:r>
            <a:endParaRPr lang="en-US"/>
          </a:p>
          <a:p>
            <a:r>
              <a:rPr lang="en-US" sz="1200" b="0" i="0" kern="1200">
                <a:solidFill>
                  <a:schemeClr val="tx1"/>
                </a:solidFill>
                <a:effectLst/>
                <a:latin typeface="+mn-lt"/>
                <a:ea typeface="+mn-ea"/>
                <a:cs typeface="+mn-cs"/>
              </a:rPr>
              <a:t>This means that during exploratory analysis, we may sift through a lot of data that is not relevant and eventually find important insights, at which point we move to the explanatory phase, where we make these insights clear to our target audience.</a:t>
            </a:r>
          </a:p>
          <a:p>
            <a:r>
              <a:rPr lang="en-US" sz="1200" b="1" i="0" kern="1200">
                <a:solidFill>
                  <a:schemeClr val="tx1"/>
                </a:solidFill>
                <a:effectLst/>
                <a:latin typeface="+mn-lt"/>
                <a:ea typeface="+mn-ea"/>
                <a:cs typeface="+mn-cs"/>
              </a:rPr>
              <a:t>The goal of data storytelling is always explanatory, rather than exploratory</a:t>
            </a:r>
            <a:r>
              <a:rPr lang="en-US" sz="1200" b="0" i="0" kern="1200">
                <a:solidFill>
                  <a:schemeClr val="tx1"/>
                </a:solidFill>
                <a:effectLst/>
                <a:latin typeface="+mn-lt"/>
                <a:ea typeface="+mn-ea"/>
                <a:cs typeface="+mn-cs"/>
              </a:rPr>
              <a:t>, whereas </a:t>
            </a:r>
            <a:r>
              <a:rPr lang="en-US" sz="1200" b="1" i="0" kern="1200">
                <a:solidFill>
                  <a:schemeClr val="tx1"/>
                </a:solidFill>
                <a:effectLst/>
                <a:latin typeface="+mn-lt"/>
                <a:ea typeface="+mn-ea"/>
                <a:cs typeface="+mn-cs"/>
              </a:rPr>
              <a:t>data visualization can be used for both explanatory as well as exploratory analysis</a:t>
            </a:r>
            <a:r>
              <a:rPr lang="en-US" sz="1200" b="0" i="0" kern="1200">
                <a:solidFill>
                  <a:schemeClr val="tx1"/>
                </a:solidFill>
                <a:effectLst/>
                <a:latin typeface="+mn-lt"/>
                <a:ea typeface="+mn-ea"/>
                <a:cs typeface="+mn-cs"/>
              </a:rPr>
              <a:t>.</a:t>
            </a:r>
            <a:endParaRPr lang="nl-NL"/>
          </a:p>
        </p:txBody>
      </p:sp>
      <p:sp>
        <p:nvSpPr>
          <p:cNvPr id="4" name="Tijdelijke aanduiding voor dianummer 3"/>
          <p:cNvSpPr>
            <a:spLocks noGrp="1"/>
          </p:cNvSpPr>
          <p:nvPr>
            <p:ph type="sldNum" sz="quarter" idx="5"/>
          </p:nvPr>
        </p:nvSpPr>
        <p:spPr/>
        <p:txBody>
          <a:bodyPr/>
          <a:lstStyle/>
          <a:p>
            <a:fld id="{3EB770D2-6F66-4EE7-B030-9CCA8A906342}" type="slidenum">
              <a:rPr lang="nl-NL" smtClean="0"/>
              <a:t>3</a:t>
            </a:fld>
            <a:endParaRPr lang="nl-NL"/>
          </a:p>
        </p:txBody>
      </p:sp>
    </p:spTree>
    <p:extLst>
      <p:ext uri="{BB962C8B-B14F-4D97-AF65-F5344CB8AC3E}">
        <p14:creationId xmlns:p14="http://schemas.microsoft.com/office/powerpoint/2010/main" val="183658955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r>
              <a:rPr lang="en-US" sz="1200" b="0" i="0" kern="1200">
                <a:solidFill>
                  <a:schemeClr val="tx1"/>
                </a:solidFill>
                <a:effectLst/>
                <a:latin typeface="+mn-lt"/>
                <a:ea typeface="+mn-ea"/>
                <a:cs typeface="+mn-cs"/>
              </a:rPr>
              <a:t>It may be the case that John is the only member of his team who has consistently met deadlines, putting his performance ahead of his team’s. If this is the point that we wish to focus on, we may consider a chart like the one below, that highlights this metric. </a:t>
            </a:r>
            <a:endParaRPr lang="nl-NL"/>
          </a:p>
        </p:txBody>
      </p:sp>
      <p:sp>
        <p:nvSpPr>
          <p:cNvPr id="4" name="Tijdelijke aanduiding voor dianummer 3"/>
          <p:cNvSpPr>
            <a:spLocks noGrp="1"/>
          </p:cNvSpPr>
          <p:nvPr>
            <p:ph type="sldNum" sz="quarter" idx="5"/>
          </p:nvPr>
        </p:nvSpPr>
        <p:spPr/>
        <p:txBody>
          <a:bodyPr/>
          <a:lstStyle/>
          <a:p>
            <a:fld id="{3EB770D2-6F66-4EE7-B030-9CCA8A906342}" type="slidenum">
              <a:rPr lang="nl-NL" smtClean="0"/>
              <a:t>4</a:t>
            </a:fld>
            <a:endParaRPr lang="nl-NL"/>
          </a:p>
        </p:txBody>
      </p:sp>
    </p:spTree>
    <p:extLst>
      <p:ext uri="{BB962C8B-B14F-4D97-AF65-F5344CB8AC3E}">
        <p14:creationId xmlns:p14="http://schemas.microsoft.com/office/powerpoint/2010/main" val="20954077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F4413F-49A1-C8BA-FE6C-5BE2A1F8DA84}"/>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8FF2C383-D915-2C55-72F4-D6B4C4AEA165}"/>
              </a:ext>
            </a:extLst>
          </p:cNvPr>
          <p:cNvSpPr>
            <a:spLocks noGrp="1" noRot="1" noChangeAspect="1"/>
          </p:cNvSpPr>
          <p:nvPr>
            <p:ph type="sldImg"/>
          </p:nvPr>
        </p:nvSpPr>
        <p:spPr/>
      </p:sp>
      <p:sp>
        <p:nvSpPr>
          <p:cNvPr id="3" name="Tijdelijke aanduiding voor notities 2">
            <a:extLst>
              <a:ext uri="{FF2B5EF4-FFF2-40B4-BE49-F238E27FC236}">
                <a16:creationId xmlns:a16="http://schemas.microsoft.com/office/drawing/2014/main" id="{9A9FC849-3427-19A9-EFAC-171C9B404ADC}"/>
              </a:ext>
            </a:extLst>
          </p:cNvPr>
          <p:cNvSpPr>
            <a:spLocks noGrp="1"/>
          </p:cNvSpPr>
          <p:nvPr>
            <p:ph type="body" idx="1"/>
          </p:nvPr>
        </p:nvSpPr>
        <p:spPr/>
        <p:txBody>
          <a:bodyPr/>
          <a:lstStyle/>
          <a:p>
            <a:r>
              <a:rPr lang="en-US" sz="1200" b="0" i="0" kern="1200">
                <a:solidFill>
                  <a:schemeClr val="tx1"/>
                </a:solidFill>
                <a:effectLst/>
                <a:latin typeface="+mn-lt"/>
                <a:ea typeface="+mn-ea"/>
                <a:cs typeface="+mn-cs"/>
              </a:rPr>
              <a:t>Conversely, John’s lack of communication skills has perhaps had a significant adverse effect on the performance of his team. In this case, we may want to employ a chart like the one below to draw attention to the right metric.</a:t>
            </a:r>
            <a:endParaRPr lang="nl-NL"/>
          </a:p>
        </p:txBody>
      </p:sp>
      <p:sp>
        <p:nvSpPr>
          <p:cNvPr id="4" name="Tijdelijke aanduiding voor dianummer 3">
            <a:extLst>
              <a:ext uri="{FF2B5EF4-FFF2-40B4-BE49-F238E27FC236}">
                <a16:creationId xmlns:a16="http://schemas.microsoft.com/office/drawing/2014/main" id="{D18AB056-FD2F-3032-357C-14AE70BFEA5E}"/>
              </a:ext>
            </a:extLst>
          </p:cNvPr>
          <p:cNvSpPr>
            <a:spLocks noGrp="1"/>
          </p:cNvSpPr>
          <p:nvPr>
            <p:ph type="sldNum" sz="quarter" idx="5"/>
          </p:nvPr>
        </p:nvSpPr>
        <p:spPr/>
        <p:txBody>
          <a:bodyPr/>
          <a:lstStyle/>
          <a:p>
            <a:fld id="{3EB770D2-6F66-4EE7-B030-9CCA8A906342}" type="slidenum">
              <a:rPr lang="nl-NL" smtClean="0"/>
              <a:t>5</a:t>
            </a:fld>
            <a:endParaRPr lang="nl-NL"/>
          </a:p>
        </p:txBody>
      </p:sp>
    </p:spTree>
    <p:extLst>
      <p:ext uri="{BB962C8B-B14F-4D97-AF65-F5344CB8AC3E}">
        <p14:creationId xmlns:p14="http://schemas.microsoft.com/office/powerpoint/2010/main" val="35261800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NL"/>
          </a:p>
        </p:txBody>
      </p:sp>
      <p:sp>
        <p:nvSpPr>
          <p:cNvPr id="4" name="Tijdelijke aanduiding voor dianummer 3"/>
          <p:cNvSpPr>
            <a:spLocks noGrp="1"/>
          </p:cNvSpPr>
          <p:nvPr>
            <p:ph type="sldNum" sz="quarter" idx="5"/>
          </p:nvPr>
        </p:nvSpPr>
        <p:spPr/>
        <p:txBody>
          <a:bodyPr/>
          <a:lstStyle/>
          <a:p>
            <a:fld id="{3EB770D2-6F66-4EE7-B030-9CCA8A906342}" type="slidenum">
              <a:rPr lang="nl-NL" smtClean="0"/>
              <a:t>6</a:t>
            </a:fld>
            <a:endParaRPr lang="nl-NL"/>
          </a:p>
        </p:txBody>
      </p:sp>
    </p:spTree>
    <p:extLst>
      <p:ext uri="{BB962C8B-B14F-4D97-AF65-F5344CB8AC3E}">
        <p14:creationId xmlns:p14="http://schemas.microsoft.com/office/powerpoint/2010/main" val="40593711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r>
              <a:rPr lang="en-US" sz="1200" b="0" i="0" kern="1200">
                <a:solidFill>
                  <a:schemeClr val="tx1"/>
                </a:solidFill>
                <a:effectLst/>
                <a:latin typeface="+mn-lt"/>
                <a:ea typeface="+mn-ea"/>
                <a:cs typeface="+mn-cs"/>
              </a:rPr>
              <a:t>Though data visualization forms an integral part of data storytelling, simply presenting a single insight using a chart does not make a story.</a:t>
            </a:r>
            <a:endParaRPr lang="nl-NL"/>
          </a:p>
        </p:txBody>
      </p:sp>
      <p:sp>
        <p:nvSpPr>
          <p:cNvPr id="4" name="Tijdelijke aanduiding voor dianummer 3"/>
          <p:cNvSpPr>
            <a:spLocks noGrp="1"/>
          </p:cNvSpPr>
          <p:nvPr>
            <p:ph type="sldNum" sz="quarter" idx="5"/>
          </p:nvPr>
        </p:nvSpPr>
        <p:spPr/>
        <p:txBody>
          <a:bodyPr/>
          <a:lstStyle/>
          <a:p>
            <a:fld id="{3EB770D2-6F66-4EE7-B030-9CCA8A906342}" type="slidenum">
              <a:rPr lang="nl-NL" smtClean="0"/>
              <a:t>8</a:t>
            </a:fld>
            <a:endParaRPr lang="nl-NL"/>
          </a:p>
        </p:txBody>
      </p:sp>
    </p:spTree>
    <p:extLst>
      <p:ext uri="{BB962C8B-B14F-4D97-AF65-F5344CB8AC3E}">
        <p14:creationId xmlns:p14="http://schemas.microsoft.com/office/powerpoint/2010/main" val="115995335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r>
              <a:rPr lang="en-US" sz="1200" b="0" i="0" kern="1200">
                <a:solidFill>
                  <a:schemeClr val="tx1"/>
                </a:solidFill>
                <a:effectLst/>
                <a:latin typeface="+mn-lt"/>
                <a:ea typeface="+mn-ea"/>
                <a:cs typeface="+mn-cs"/>
              </a:rPr>
              <a:t>People with analytical mindsets often overlook the emotional element, assuming that facts should speak for themselves or that data impacts everyone as it does them. However, this approach is rarely effective or useful in real-world scenarios, where each audience member has a unique background, motivation, and skill set. When crafting data stories, a crucial question to address is: </a:t>
            </a:r>
            <a:r>
              <a:rPr lang="en-US" sz="1200" b="1" i="0" kern="1200">
                <a:solidFill>
                  <a:schemeClr val="tx1"/>
                </a:solidFill>
                <a:effectLst/>
                <a:latin typeface="+mn-lt"/>
                <a:ea typeface="+mn-ea"/>
                <a:cs typeface="+mn-cs"/>
              </a:rPr>
              <a:t>Why should people care? </a:t>
            </a:r>
            <a:r>
              <a:rPr lang="en-US" sz="1200" b="0" i="0" kern="1200">
                <a:solidFill>
                  <a:schemeClr val="tx1"/>
                </a:solidFill>
                <a:effectLst/>
                <a:latin typeface="+mn-lt"/>
                <a:ea typeface="+mn-ea"/>
                <a:cs typeface="+mn-cs"/>
              </a:rPr>
              <a:t>Incorporating an emotional element provides a compelling reason for people to engage with your insights.</a:t>
            </a:r>
            <a:endParaRPr lang="nl-NL" b="0"/>
          </a:p>
        </p:txBody>
      </p:sp>
      <p:sp>
        <p:nvSpPr>
          <p:cNvPr id="4" name="Tijdelijke aanduiding voor dianummer 3"/>
          <p:cNvSpPr>
            <a:spLocks noGrp="1"/>
          </p:cNvSpPr>
          <p:nvPr>
            <p:ph type="sldNum" sz="quarter" idx="5"/>
          </p:nvPr>
        </p:nvSpPr>
        <p:spPr/>
        <p:txBody>
          <a:bodyPr/>
          <a:lstStyle/>
          <a:p>
            <a:fld id="{3EB770D2-6F66-4EE7-B030-9CCA8A906342}" type="slidenum">
              <a:rPr lang="nl-NL" smtClean="0"/>
              <a:t>9</a:t>
            </a:fld>
            <a:endParaRPr lang="nl-NL"/>
          </a:p>
        </p:txBody>
      </p:sp>
    </p:spTree>
    <p:extLst>
      <p:ext uri="{BB962C8B-B14F-4D97-AF65-F5344CB8AC3E}">
        <p14:creationId xmlns:p14="http://schemas.microsoft.com/office/powerpoint/2010/main" val="293473346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r>
              <a:rPr lang="en-US" sz="1200" b="0" i="0" kern="1200">
                <a:solidFill>
                  <a:schemeClr val="tx1"/>
                </a:solidFill>
                <a:effectLst/>
                <a:latin typeface="+mn-lt"/>
                <a:ea typeface="+mn-ea"/>
                <a:cs typeface="+mn-cs"/>
              </a:rPr>
              <a:t>Humans have always been storytellers, starting from our hunter-gatherer ancestors who told stories gathered around the fire, to modern employees who gather around the water cooler to exchange office gossip. </a:t>
            </a:r>
            <a:r>
              <a:rPr lang="en-US"/>
              <a:t>Gustav Freytag proposed the narrative structure pictured below in 1863, known as Freytag’s pyramid.  </a:t>
            </a:r>
          </a:p>
          <a:p>
            <a:endParaRPr lang="en-US"/>
          </a:p>
          <a:p>
            <a:r>
              <a:rPr lang="en-US"/>
              <a:t>Denouement = </a:t>
            </a:r>
            <a:r>
              <a:rPr lang="en-US" err="1"/>
              <a:t>ontknoping</a:t>
            </a:r>
            <a:endParaRPr lang="nl-NL"/>
          </a:p>
        </p:txBody>
      </p:sp>
      <p:sp>
        <p:nvSpPr>
          <p:cNvPr id="4" name="Tijdelijke aanduiding voor dianummer 3"/>
          <p:cNvSpPr>
            <a:spLocks noGrp="1"/>
          </p:cNvSpPr>
          <p:nvPr>
            <p:ph type="sldNum" sz="quarter" idx="5"/>
          </p:nvPr>
        </p:nvSpPr>
        <p:spPr/>
        <p:txBody>
          <a:bodyPr/>
          <a:lstStyle/>
          <a:p>
            <a:fld id="{3EB770D2-6F66-4EE7-B030-9CCA8A906342}" type="slidenum">
              <a:rPr lang="nl-NL" smtClean="0"/>
              <a:t>10</a:t>
            </a:fld>
            <a:endParaRPr lang="nl-NL"/>
          </a:p>
        </p:txBody>
      </p:sp>
    </p:spTree>
    <p:extLst>
      <p:ext uri="{BB962C8B-B14F-4D97-AF65-F5344CB8AC3E}">
        <p14:creationId xmlns:p14="http://schemas.microsoft.com/office/powerpoint/2010/main" val="325522359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r>
              <a:rPr lang="en-US" sz="1200" b="0" i="0" kern="1200">
                <a:solidFill>
                  <a:schemeClr val="tx1"/>
                </a:solidFill>
                <a:effectLst/>
                <a:latin typeface="+mn-lt"/>
                <a:ea typeface="+mn-ea"/>
                <a:cs typeface="+mn-cs"/>
              </a:rPr>
              <a:t>The </a:t>
            </a:r>
            <a:r>
              <a:rPr lang="en-US" sz="1200" b="1" i="0" kern="1200">
                <a:solidFill>
                  <a:schemeClr val="tx1"/>
                </a:solidFill>
                <a:effectLst/>
                <a:latin typeface="+mn-lt"/>
                <a:ea typeface="+mn-ea"/>
                <a:cs typeface="+mn-cs"/>
              </a:rPr>
              <a:t>exposition</a:t>
            </a:r>
            <a:r>
              <a:rPr lang="en-US" sz="1200" b="0" i="0" kern="1200">
                <a:solidFill>
                  <a:schemeClr val="tx1"/>
                </a:solidFill>
                <a:effectLst/>
                <a:latin typeface="+mn-lt"/>
                <a:ea typeface="+mn-ea"/>
                <a:cs typeface="+mn-cs"/>
              </a:rPr>
              <a:t> is the setting and context of the story.</a:t>
            </a:r>
          </a:p>
          <a:p>
            <a:r>
              <a:rPr lang="en-US" sz="1200" b="1" i="0" kern="1200">
                <a:solidFill>
                  <a:schemeClr val="tx1"/>
                </a:solidFill>
                <a:effectLst/>
                <a:latin typeface="+mn-lt"/>
                <a:ea typeface="+mn-ea"/>
                <a:cs typeface="+mn-cs"/>
              </a:rPr>
              <a:t>inciting incident</a:t>
            </a:r>
            <a:r>
              <a:rPr lang="en-US" sz="1200" b="0" i="0" kern="1200">
                <a:solidFill>
                  <a:schemeClr val="tx1"/>
                </a:solidFill>
                <a:effectLst/>
                <a:latin typeface="+mn-lt"/>
                <a:ea typeface="+mn-ea"/>
                <a:cs typeface="+mn-cs"/>
              </a:rPr>
              <a:t>, which is the spark that sets the story in motion and changes the course of our characters’ journeys – spurred by hunger, the siblings run away into the woods.</a:t>
            </a:r>
          </a:p>
          <a:p>
            <a:r>
              <a:rPr lang="en-US" sz="1200" b="0" i="0" kern="1200">
                <a:solidFill>
                  <a:schemeClr val="tx1"/>
                </a:solidFill>
                <a:effectLst/>
                <a:latin typeface="+mn-lt"/>
                <a:ea typeface="+mn-ea"/>
                <a:cs typeface="+mn-cs"/>
              </a:rPr>
              <a:t>Now comes a series of events that constitute the </a:t>
            </a:r>
            <a:r>
              <a:rPr lang="en-US" sz="1200" b="1" i="0" kern="1200">
                <a:solidFill>
                  <a:schemeClr val="tx1"/>
                </a:solidFill>
                <a:effectLst/>
                <a:latin typeface="+mn-lt"/>
                <a:ea typeface="+mn-ea"/>
                <a:cs typeface="+mn-cs"/>
              </a:rPr>
              <a:t>rising action</a:t>
            </a:r>
            <a:r>
              <a:rPr lang="en-US" sz="1200" b="0" i="0" kern="1200">
                <a:solidFill>
                  <a:schemeClr val="tx1"/>
                </a:solidFill>
                <a:effectLst/>
                <a:latin typeface="+mn-lt"/>
                <a:ea typeface="+mn-ea"/>
                <a:cs typeface="+mn-cs"/>
              </a:rPr>
              <a:t>. The children decide to mark the path through the woods with breadcrumbs, so that they can follow the trail back, but the breadcrumbs are eaten by birds and the children are lost. Eventually, they happen upon a house made entirely of candy, and are lured in by an evil witch who locks them in a cage. </a:t>
            </a:r>
          </a:p>
          <a:p>
            <a:r>
              <a:rPr lang="en-US" sz="1200" b="0" i="0" kern="1200">
                <a:solidFill>
                  <a:schemeClr val="tx1"/>
                </a:solidFill>
                <a:effectLst/>
                <a:latin typeface="+mn-lt"/>
                <a:ea typeface="+mn-ea"/>
                <a:cs typeface="+mn-cs"/>
              </a:rPr>
              <a:t>Then comes the exciting</a:t>
            </a:r>
            <a:r>
              <a:rPr lang="en-US" sz="1200" b="1" i="0" kern="1200">
                <a:solidFill>
                  <a:schemeClr val="tx1"/>
                </a:solidFill>
                <a:effectLst/>
                <a:latin typeface="+mn-lt"/>
                <a:ea typeface="+mn-ea"/>
                <a:cs typeface="+mn-cs"/>
              </a:rPr>
              <a:t> climax </a:t>
            </a:r>
            <a:r>
              <a:rPr lang="en-US" sz="1200" b="0" i="0" kern="1200">
                <a:solidFill>
                  <a:schemeClr val="tx1"/>
                </a:solidFill>
                <a:effectLst/>
                <a:latin typeface="+mn-lt"/>
                <a:ea typeface="+mn-ea"/>
                <a:cs typeface="+mn-cs"/>
              </a:rPr>
              <a:t>– as the witch is preparing to cook and eat the children, they escape from the cage and instead push the witch into the fire, killing her!</a:t>
            </a:r>
          </a:p>
          <a:p>
            <a:endParaRPr lang="en-US" sz="1200" b="0" i="0" kern="1200">
              <a:solidFill>
                <a:schemeClr val="tx1"/>
              </a:solidFill>
              <a:effectLst/>
              <a:latin typeface="+mn-lt"/>
              <a:ea typeface="+mn-ea"/>
              <a:cs typeface="+mn-cs"/>
            </a:endParaRPr>
          </a:p>
          <a:p>
            <a:r>
              <a:rPr lang="en-US" sz="1200" b="0" i="0" kern="1200">
                <a:solidFill>
                  <a:schemeClr val="tx1"/>
                </a:solidFill>
                <a:effectLst/>
                <a:latin typeface="+mn-lt"/>
                <a:ea typeface="+mn-ea"/>
                <a:cs typeface="+mn-cs"/>
              </a:rPr>
              <a:t>The story then goes through </a:t>
            </a:r>
            <a:r>
              <a:rPr lang="en-US" sz="1200" b="1" i="0" kern="1200">
                <a:solidFill>
                  <a:schemeClr val="tx1"/>
                </a:solidFill>
                <a:effectLst/>
                <a:latin typeface="+mn-lt"/>
                <a:ea typeface="+mn-ea"/>
                <a:cs typeface="+mn-cs"/>
              </a:rPr>
              <a:t>the falling action stage</a:t>
            </a:r>
            <a:r>
              <a:rPr lang="en-US" sz="1200" b="0" i="0" kern="1200">
                <a:solidFill>
                  <a:schemeClr val="tx1"/>
                </a:solidFill>
                <a:effectLst/>
                <a:latin typeface="+mn-lt"/>
                <a:ea typeface="+mn-ea"/>
                <a:cs typeface="+mn-cs"/>
              </a:rPr>
              <a:t>, where we see the reckoning and reversal. The path leading home mysteriously reappears and as the children walk back, they find gold and jewels which they take with them. </a:t>
            </a:r>
          </a:p>
          <a:p>
            <a:r>
              <a:rPr lang="en-US" sz="1200" b="0" i="0" kern="1200">
                <a:solidFill>
                  <a:schemeClr val="tx1"/>
                </a:solidFill>
                <a:effectLst/>
                <a:latin typeface="+mn-lt"/>
                <a:ea typeface="+mn-ea"/>
                <a:cs typeface="+mn-cs"/>
              </a:rPr>
              <a:t>For the </a:t>
            </a:r>
            <a:r>
              <a:rPr lang="en-US" sz="1200" b="1" i="0" kern="1200">
                <a:solidFill>
                  <a:schemeClr val="tx1"/>
                </a:solidFill>
                <a:effectLst/>
                <a:latin typeface="+mn-lt"/>
                <a:ea typeface="+mn-ea"/>
                <a:cs typeface="+mn-cs"/>
              </a:rPr>
              <a:t>resolution and denouement, </a:t>
            </a:r>
            <a:r>
              <a:rPr lang="en-US" sz="1200" b="0" i="0" kern="1200">
                <a:solidFill>
                  <a:schemeClr val="tx1"/>
                </a:solidFill>
                <a:effectLst/>
                <a:latin typeface="+mn-lt"/>
                <a:ea typeface="+mn-ea"/>
                <a:cs typeface="+mn-cs"/>
              </a:rPr>
              <a:t>the children reach home and are safely reunited with their parents and the family lives happily ever after</a:t>
            </a:r>
            <a:endParaRPr lang="nl-NL"/>
          </a:p>
        </p:txBody>
      </p:sp>
      <p:sp>
        <p:nvSpPr>
          <p:cNvPr id="4" name="Tijdelijke aanduiding voor dianummer 3"/>
          <p:cNvSpPr>
            <a:spLocks noGrp="1"/>
          </p:cNvSpPr>
          <p:nvPr>
            <p:ph type="sldNum" sz="quarter" idx="5"/>
          </p:nvPr>
        </p:nvSpPr>
        <p:spPr/>
        <p:txBody>
          <a:bodyPr/>
          <a:lstStyle/>
          <a:p>
            <a:fld id="{3EB770D2-6F66-4EE7-B030-9CCA8A906342}" type="slidenum">
              <a:rPr lang="nl-NL" smtClean="0"/>
              <a:t>11</a:t>
            </a:fld>
            <a:endParaRPr lang="nl-NL"/>
          </a:p>
        </p:txBody>
      </p:sp>
    </p:spTree>
    <p:extLst>
      <p:ext uri="{BB962C8B-B14F-4D97-AF65-F5344CB8AC3E}">
        <p14:creationId xmlns:p14="http://schemas.microsoft.com/office/powerpoint/2010/main" val="8561607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r>
              <a:rPr lang="nl-NL"/>
              <a:t>Ad </a:t>
            </a:r>
            <a:r>
              <a:rPr lang="nl-NL" err="1"/>
              <a:t>adapted</a:t>
            </a:r>
            <a:r>
              <a:rPr lang="nl-NL"/>
              <a:t> diagram of </a:t>
            </a:r>
            <a:r>
              <a:rPr lang="nl-NL" err="1"/>
              <a:t>Freytag’s</a:t>
            </a:r>
            <a:r>
              <a:rPr lang="nl-NL"/>
              <a:t> </a:t>
            </a:r>
            <a:r>
              <a:rPr lang="nl-NL" err="1"/>
              <a:t>pyramid</a:t>
            </a:r>
            <a:r>
              <a:rPr lang="nl-NL"/>
              <a:t>, </a:t>
            </a:r>
            <a:r>
              <a:rPr lang="nl-NL" err="1"/>
              <a:t>for</a:t>
            </a:r>
            <a:r>
              <a:rPr lang="nl-NL"/>
              <a:t> data storytelling.</a:t>
            </a:r>
          </a:p>
          <a:p>
            <a:endParaRPr lang="nl-NL"/>
          </a:p>
        </p:txBody>
      </p:sp>
      <p:sp>
        <p:nvSpPr>
          <p:cNvPr id="4" name="Tijdelijke aanduiding voor dianummer 3"/>
          <p:cNvSpPr>
            <a:spLocks noGrp="1"/>
          </p:cNvSpPr>
          <p:nvPr>
            <p:ph type="sldNum" sz="quarter" idx="5"/>
          </p:nvPr>
        </p:nvSpPr>
        <p:spPr/>
        <p:txBody>
          <a:bodyPr/>
          <a:lstStyle/>
          <a:p>
            <a:fld id="{3EB770D2-6F66-4EE7-B030-9CCA8A906342}" type="slidenum">
              <a:rPr lang="nl-NL" smtClean="0"/>
              <a:t>12</a:t>
            </a:fld>
            <a:endParaRPr lang="nl-NL"/>
          </a:p>
        </p:txBody>
      </p:sp>
    </p:spTree>
    <p:extLst>
      <p:ext uri="{BB962C8B-B14F-4D97-AF65-F5344CB8AC3E}">
        <p14:creationId xmlns:p14="http://schemas.microsoft.com/office/powerpoint/2010/main" val="113590786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0F0826-6959-7353-C13E-B38781C7A9DF}"/>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C11B967A-71BF-6BC0-174C-26AEC9B0E64D}"/>
              </a:ext>
            </a:extLst>
          </p:cNvPr>
          <p:cNvSpPr>
            <a:spLocks noGrp="1" noRot="1" noChangeAspect="1"/>
          </p:cNvSpPr>
          <p:nvPr>
            <p:ph type="sldImg"/>
          </p:nvPr>
        </p:nvSpPr>
        <p:spPr/>
      </p:sp>
      <p:sp>
        <p:nvSpPr>
          <p:cNvPr id="3" name="Tijdelijke aanduiding voor notities 2">
            <a:extLst>
              <a:ext uri="{FF2B5EF4-FFF2-40B4-BE49-F238E27FC236}">
                <a16:creationId xmlns:a16="http://schemas.microsoft.com/office/drawing/2014/main" id="{9A3FB911-7829-F4E9-DF62-F3BDC8D722A2}"/>
              </a:ext>
            </a:extLst>
          </p:cNvPr>
          <p:cNvSpPr>
            <a:spLocks noGrp="1"/>
          </p:cNvSpPr>
          <p:nvPr>
            <p:ph type="body" idx="1"/>
          </p:nvPr>
        </p:nvSpPr>
        <p:spPr/>
        <p:txBody>
          <a:bodyPr/>
          <a:lstStyle/>
          <a:p>
            <a:r>
              <a:rPr lang="nl-NL"/>
              <a:t>Ad </a:t>
            </a:r>
            <a:r>
              <a:rPr lang="nl-NL" err="1"/>
              <a:t>adapted</a:t>
            </a:r>
            <a:r>
              <a:rPr lang="nl-NL"/>
              <a:t> diagram of </a:t>
            </a:r>
            <a:r>
              <a:rPr lang="nl-NL" err="1"/>
              <a:t>Freytag’s</a:t>
            </a:r>
            <a:r>
              <a:rPr lang="nl-NL"/>
              <a:t> </a:t>
            </a:r>
            <a:r>
              <a:rPr lang="nl-NL" err="1"/>
              <a:t>pyramid</a:t>
            </a:r>
            <a:r>
              <a:rPr lang="nl-NL"/>
              <a:t>, </a:t>
            </a:r>
            <a:r>
              <a:rPr lang="nl-NL" err="1"/>
              <a:t>for</a:t>
            </a:r>
            <a:r>
              <a:rPr lang="nl-NL"/>
              <a:t> data storytelling.</a:t>
            </a:r>
          </a:p>
          <a:p>
            <a:endParaRPr lang="nl-NL"/>
          </a:p>
        </p:txBody>
      </p:sp>
      <p:sp>
        <p:nvSpPr>
          <p:cNvPr id="4" name="Tijdelijke aanduiding voor dianummer 3">
            <a:extLst>
              <a:ext uri="{FF2B5EF4-FFF2-40B4-BE49-F238E27FC236}">
                <a16:creationId xmlns:a16="http://schemas.microsoft.com/office/drawing/2014/main" id="{3BF30308-C775-6A40-D78F-067F8FAD2D99}"/>
              </a:ext>
            </a:extLst>
          </p:cNvPr>
          <p:cNvSpPr>
            <a:spLocks noGrp="1"/>
          </p:cNvSpPr>
          <p:nvPr>
            <p:ph type="sldNum" sz="quarter" idx="5"/>
          </p:nvPr>
        </p:nvSpPr>
        <p:spPr/>
        <p:txBody>
          <a:bodyPr/>
          <a:lstStyle/>
          <a:p>
            <a:fld id="{3EB770D2-6F66-4EE7-B030-9CCA8A906342}" type="slidenum">
              <a:rPr lang="nl-NL" smtClean="0"/>
              <a:t>13</a:t>
            </a:fld>
            <a:endParaRPr lang="nl-NL"/>
          </a:p>
        </p:txBody>
      </p:sp>
    </p:spTree>
    <p:extLst>
      <p:ext uri="{BB962C8B-B14F-4D97-AF65-F5344CB8AC3E}">
        <p14:creationId xmlns:p14="http://schemas.microsoft.com/office/powerpoint/2010/main" val="183773055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AB7351-00E7-9191-C3CF-D3DA70C4E6C1}"/>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FAD8B7C2-4D35-7EF2-4838-D41254372852}"/>
              </a:ext>
            </a:extLst>
          </p:cNvPr>
          <p:cNvSpPr>
            <a:spLocks noGrp="1" noRot="1" noChangeAspect="1"/>
          </p:cNvSpPr>
          <p:nvPr>
            <p:ph type="sldImg"/>
          </p:nvPr>
        </p:nvSpPr>
        <p:spPr/>
      </p:sp>
      <p:sp>
        <p:nvSpPr>
          <p:cNvPr id="3" name="Tijdelijke aanduiding voor notities 2">
            <a:extLst>
              <a:ext uri="{FF2B5EF4-FFF2-40B4-BE49-F238E27FC236}">
                <a16:creationId xmlns:a16="http://schemas.microsoft.com/office/drawing/2014/main" id="{B038EBC8-1C7F-5028-D7FA-5434256368AE}"/>
              </a:ext>
            </a:extLst>
          </p:cNvPr>
          <p:cNvSpPr>
            <a:spLocks noGrp="1"/>
          </p:cNvSpPr>
          <p:nvPr>
            <p:ph type="body" idx="1"/>
          </p:nvPr>
        </p:nvSpPr>
        <p:spPr/>
        <p:txBody>
          <a:bodyPr/>
          <a:lstStyle/>
          <a:p>
            <a:r>
              <a:rPr lang="nl-NL"/>
              <a:t>Ad </a:t>
            </a:r>
            <a:r>
              <a:rPr lang="nl-NL" err="1"/>
              <a:t>adapted</a:t>
            </a:r>
            <a:r>
              <a:rPr lang="nl-NL"/>
              <a:t> diagram of </a:t>
            </a:r>
            <a:r>
              <a:rPr lang="nl-NL" err="1"/>
              <a:t>Freytag’s</a:t>
            </a:r>
            <a:r>
              <a:rPr lang="nl-NL"/>
              <a:t> </a:t>
            </a:r>
            <a:r>
              <a:rPr lang="nl-NL" err="1"/>
              <a:t>pyramid</a:t>
            </a:r>
            <a:r>
              <a:rPr lang="nl-NL"/>
              <a:t>, </a:t>
            </a:r>
            <a:r>
              <a:rPr lang="nl-NL" err="1"/>
              <a:t>for</a:t>
            </a:r>
            <a:r>
              <a:rPr lang="nl-NL"/>
              <a:t> data storytelling.</a:t>
            </a:r>
          </a:p>
          <a:p>
            <a:endParaRPr lang="nl-NL"/>
          </a:p>
        </p:txBody>
      </p:sp>
      <p:sp>
        <p:nvSpPr>
          <p:cNvPr id="4" name="Tijdelijke aanduiding voor dianummer 3">
            <a:extLst>
              <a:ext uri="{FF2B5EF4-FFF2-40B4-BE49-F238E27FC236}">
                <a16:creationId xmlns:a16="http://schemas.microsoft.com/office/drawing/2014/main" id="{649EFE4C-D9AC-F8BB-6FD4-9FFAC42338C9}"/>
              </a:ext>
            </a:extLst>
          </p:cNvPr>
          <p:cNvSpPr>
            <a:spLocks noGrp="1"/>
          </p:cNvSpPr>
          <p:nvPr>
            <p:ph type="sldNum" sz="quarter" idx="5"/>
          </p:nvPr>
        </p:nvSpPr>
        <p:spPr/>
        <p:txBody>
          <a:bodyPr/>
          <a:lstStyle/>
          <a:p>
            <a:fld id="{3EB770D2-6F66-4EE7-B030-9CCA8A906342}" type="slidenum">
              <a:rPr lang="nl-NL" smtClean="0"/>
              <a:t>14</a:t>
            </a:fld>
            <a:endParaRPr lang="nl-NL"/>
          </a:p>
        </p:txBody>
      </p:sp>
    </p:spTree>
    <p:extLst>
      <p:ext uri="{BB962C8B-B14F-4D97-AF65-F5344CB8AC3E}">
        <p14:creationId xmlns:p14="http://schemas.microsoft.com/office/powerpoint/2010/main" val="326570763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28A885-F3EF-84B0-4E81-7D448AC452DE}"/>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FA34CDB3-06EC-FA1B-460B-51BCA7F4D175}"/>
              </a:ext>
            </a:extLst>
          </p:cNvPr>
          <p:cNvSpPr>
            <a:spLocks noGrp="1" noRot="1" noChangeAspect="1"/>
          </p:cNvSpPr>
          <p:nvPr>
            <p:ph type="sldImg"/>
          </p:nvPr>
        </p:nvSpPr>
        <p:spPr/>
      </p:sp>
      <p:sp>
        <p:nvSpPr>
          <p:cNvPr id="3" name="Tijdelijke aanduiding voor notities 2">
            <a:extLst>
              <a:ext uri="{FF2B5EF4-FFF2-40B4-BE49-F238E27FC236}">
                <a16:creationId xmlns:a16="http://schemas.microsoft.com/office/drawing/2014/main" id="{D9CD1CF4-51F7-EDE6-1081-A4FF9A964C49}"/>
              </a:ext>
            </a:extLst>
          </p:cNvPr>
          <p:cNvSpPr>
            <a:spLocks noGrp="1"/>
          </p:cNvSpPr>
          <p:nvPr>
            <p:ph type="body" idx="1"/>
          </p:nvPr>
        </p:nvSpPr>
        <p:spPr/>
        <p:txBody>
          <a:bodyPr/>
          <a:lstStyle/>
          <a:p>
            <a:r>
              <a:rPr lang="nl-NL"/>
              <a:t>Ad </a:t>
            </a:r>
            <a:r>
              <a:rPr lang="nl-NL" err="1"/>
              <a:t>adapted</a:t>
            </a:r>
            <a:r>
              <a:rPr lang="nl-NL"/>
              <a:t> diagram of </a:t>
            </a:r>
            <a:r>
              <a:rPr lang="nl-NL" err="1"/>
              <a:t>Freytag’s</a:t>
            </a:r>
            <a:r>
              <a:rPr lang="nl-NL"/>
              <a:t> </a:t>
            </a:r>
            <a:r>
              <a:rPr lang="nl-NL" err="1"/>
              <a:t>pyramid</a:t>
            </a:r>
            <a:r>
              <a:rPr lang="nl-NL"/>
              <a:t>, </a:t>
            </a:r>
            <a:r>
              <a:rPr lang="nl-NL" err="1"/>
              <a:t>for</a:t>
            </a:r>
            <a:r>
              <a:rPr lang="nl-NL"/>
              <a:t> data storytelling.</a:t>
            </a:r>
          </a:p>
          <a:p>
            <a:endParaRPr lang="nl-NL"/>
          </a:p>
        </p:txBody>
      </p:sp>
      <p:sp>
        <p:nvSpPr>
          <p:cNvPr id="4" name="Tijdelijke aanduiding voor dianummer 3">
            <a:extLst>
              <a:ext uri="{FF2B5EF4-FFF2-40B4-BE49-F238E27FC236}">
                <a16:creationId xmlns:a16="http://schemas.microsoft.com/office/drawing/2014/main" id="{08941BD4-CB83-EAE1-5DEC-490A7CF7FF50}"/>
              </a:ext>
            </a:extLst>
          </p:cNvPr>
          <p:cNvSpPr>
            <a:spLocks noGrp="1"/>
          </p:cNvSpPr>
          <p:nvPr>
            <p:ph type="sldNum" sz="quarter" idx="5"/>
          </p:nvPr>
        </p:nvSpPr>
        <p:spPr/>
        <p:txBody>
          <a:bodyPr/>
          <a:lstStyle/>
          <a:p>
            <a:fld id="{3EB770D2-6F66-4EE7-B030-9CCA8A906342}" type="slidenum">
              <a:rPr lang="nl-NL" smtClean="0"/>
              <a:t>15</a:t>
            </a:fld>
            <a:endParaRPr lang="nl-NL"/>
          </a:p>
        </p:txBody>
      </p:sp>
    </p:spTree>
    <p:extLst>
      <p:ext uri="{BB962C8B-B14F-4D97-AF65-F5344CB8AC3E}">
        <p14:creationId xmlns:p14="http://schemas.microsoft.com/office/powerpoint/2010/main" val="171855699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B5BC05-8615-E59F-6631-4C4E91BED2FE}"/>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0C759C65-89EB-04FB-8A82-08215FA52AA1}"/>
              </a:ext>
            </a:extLst>
          </p:cNvPr>
          <p:cNvSpPr>
            <a:spLocks noGrp="1" noRot="1" noChangeAspect="1"/>
          </p:cNvSpPr>
          <p:nvPr>
            <p:ph type="sldImg"/>
          </p:nvPr>
        </p:nvSpPr>
        <p:spPr/>
      </p:sp>
      <p:sp>
        <p:nvSpPr>
          <p:cNvPr id="3" name="Tijdelijke aanduiding voor notities 2">
            <a:extLst>
              <a:ext uri="{FF2B5EF4-FFF2-40B4-BE49-F238E27FC236}">
                <a16:creationId xmlns:a16="http://schemas.microsoft.com/office/drawing/2014/main" id="{9D2D7D2E-1432-F5CD-3C45-77E79E277DB9}"/>
              </a:ext>
            </a:extLst>
          </p:cNvPr>
          <p:cNvSpPr>
            <a:spLocks noGrp="1"/>
          </p:cNvSpPr>
          <p:nvPr>
            <p:ph type="body" idx="1"/>
          </p:nvPr>
        </p:nvSpPr>
        <p:spPr/>
        <p:txBody>
          <a:bodyPr/>
          <a:lstStyle/>
          <a:p>
            <a:r>
              <a:rPr lang="en-US" sz="1200" b="0" i="0" kern="1200">
                <a:solidFill>
                  <a:schemeClr val="tx1"/>
                </a:solidFill>
                <a:effectLst/>
                <a:latin typeface="+mn-lt"/>
                <a:ea typeface="+mn-ea"/>
                <a:cs typeface="+mn-cs"/>
              </a:rPr>
              <a:t>Business decisions ultimately affect people, whether it is the stakeholders, customers, or the teams involved, and adding a human impact factor can persuade your audience of the importance of your result.</a:t>
            </a:r>
            <a:endParaRPr lang="nl-NL"/>
          </a:p>
        </p:txBody>
      </p:sp>
      <p:sp>
        <p:nvSpPr>
          <p:cNvPr id="4" name="Tijdelijke aanduiding voor dianummer 3">
            <a:extLst>
              <a:ext uri="{FF2B5EF4-FFF2-40B4-BE49-F238E27FC236}">
                <a16:creationId xmlns:a16="http://schemas.microsoft.com/office/drawing/2014/main" id="{9E0BC936-91B3-65C8-BA6C-B08CA5121607}"/>
              </a:ext>
            </a:extLst>
          </p:cNvPr>
          <p:cNvSpPr>
            <a:spLocks noGrp="1"/>
          </p:cNvSpPr>
          <p:nvPr>
            <p:ph type="sldNum" sz="quarter" idx="5"/>
          </p:nvPr>
        </p:nvSpPr>
        <p:spPr/>
        <p:txBody>
          <a:bodyPr/>
          <a:lstStyle/>
          <a:p>
            <a:fld id="{3EB770D2-6F66-4EE7-B030-9CCA8A906342}" type="slidenum">
              <a:rPr lang="nl-NL" smtClean="0"/>
              <a:t>16</a:t>
            </a:fld>
            <a:endParaRPr lang="nl-NL"/>
          </a:p>
        </p:txBody>
      </p:sp>
    </p:spTree>
    <p:extLst>
      <p:ext uri="{BB962C8B-B14F-4D97-AF65-F5344CB8AC3E}">
        <p14:creationId xmlns:p14="http://schemas.microsoft.com/office/powerpoint/2010/main" val="413425993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078EC3-CEEE-22D4-E670-F5CB8478C8B1}"/>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257B7845-D80D-F5A2-BD32-7751C82FD6DD}"/>
              </a:ext>
            </a:extLst>
          </p:cNvPr>
          <p:cNvSpPr>
            <a:spLocks noGrp="1" noRot="1" noChangeAspect="1"/>
          </p:cNvSpPr>
          <p:nvPr>
            <p:ph type="sldImg"/>
          </p:nvPr>
        </p:nvSpPr>
        <p:spPr/>
      </p:sp>
      <p:sp>
        <p:nvSpPr>
          <p:cNvPr id="3" name="Tijdelijke aanduiding voor notities 2">
            <a:extLst>
              <a:ext uri="{FF2B5EF4-FFF2-40B4-BE49-F238E27FC236}">
                <a16:creationId xmlns:a16="http://schemas.microsoft.com/office/drawing/2014/main" id="{5F169CC6-B428-BE3C-9724-EC88FEC0EEA9}"/>
              </a:ext>
            </a:extLst>
          </p:cNvPr>
          <p:cNvSpPr>
            <a:spLocks noGrp="1"/>
          </p:cNvSpPr>
          <p:nvPr>
            <p:ph type="body" idx="1"/>
          </p:nvPr>
        </p:nvSpPr>
        <p:spPr/>
        <p:txBody>
          <a:bodyPr/>
          <a:lstStyle/>
          <a:p>
            <a:endParaRPr lang="nl-NL"/>
          </a:p>
        </p:txBody>
      </p:sp>
      <p:sp>
        <p:nvSpPr>
          <p:cNvPr id="4" name="Tijdelijke aanduiding voor dianummer 3">
            <a:extLst>
              <a:ext uri="{FF2B5EF4-FFF2-40B4-BE49-F238E27FC236}">
                <a16:creationId xmlns:a16="http://schemas.microsoft.com/office/drawing/2014/main" id="{B3F81923-D38D-449C-2153-BD9611A38658}"/>
              </a:ext>
            </a:extLst>
          </p:cNvPr>
          <p:cNvSpPr>
            <a:spLocks noGrp="1"/>
          </p:cNvSpPr>
          <p:nvPr>
            <p:ph type="sldNum" sz="quarter" idx="5"/>
          </p:nvPr>
        </p:nvSpPr>
        <p:spPr/>
        <p:txBody>
          <a:bodyPr/>
          <a:lstStyle/>
          <a:p>
            <a:fld id="{3EB770D2-6F66-4EE7-B030-9CCA8A906342}" type="slidenum">
              <a:rPr lang="nl-NL" smtClean="0"/>
              <a:t>17</a:t>
            </a:fld>
            <a:endParaRPr lang="nl-NL"/>
          </a:p>
        </p:txBody>
      </p:sp>
    </p:spTree>
    <p:extLst>
      <p:ext uri="{BB962C8B-B14F-4D97-AF65-F5344CB8AC3E}">
        <p14:creationId xmlns:p14="http://schemas.microsoft.com/office/powerpoint/2010/main" val="8415561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NL"/>
          </a:p>
        </p:txBody>
      </p:sp>
      <p:sp>
        <p:nvSpPr>
          <p:cNvPr id="4" name="Tijdelijke aanduiding voor dianummer 3"/>
          <p:cNvSpPr>
            <a:spLocks noGrp="1"/>
          </p:cNvSpPr>
          <p:nvPr>
            <p:ph type="sldNum" sz="quarter" idx="5"/>
          </p:nvPr>
        </p:nvSpPr>
        <p:spPr/>
        <p:txBody>
          <a:bodyPr/>
          <a:lstStyle/>
          <a:p>
            <a:fld id="{3EB770D2-6F66-4EE7-B030-9CCA8A906342}" type="slidenum">
              <a:rPr lang="nl-NL" smtClean="0"/>
              <a:t>18</a:t>
            </a:fld>
            <a:endParaRPr lang="nl-NL"/>
          </a:p>
        </p:txBody>
      </p:sp>
    </p:spTree>
    <p:extLst>
      <p:ext uri="{BB962C8B-B14F-4D97-AF65-F5344CB8AC3E}">
        <p14:creationId xmlns:p14="http://schemas.microsoft.com/office/powerpoint/2010/main" val="279982408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7B418B-CB41-FA85-E3C7-2C9FA70BECAB}"/>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A1D8FEDD-6622-5047-88C8-16C4DC8C5484}"/>
              </a:ext>
            </a:extLst>
          </p:cNvPr>
          <p:cNvSpPr>
            <a:spLocks noGrp="1" noRot="1" noChangeAspect="1"/>
          </p:cNvSpPr>
          <p:nvPr>
            <p:ph type="sldImg"/>
          </p:nvPr>
        </p:nvSpPr>
        <p:spPr/>
      </p:sp>
      <p:sp>
        <p:nvSpPr>
          <p:cNvPr id="3" name="Tijdelijke aanduiding voor notities 2">
            <a:extLst>
              <a:ext uri="{FF2B5EF4-FFF2-40B4-BE49-F238E27FC236}">
                <a16:creationId xmlns:a16="http://schemas.microsoft.com/office/drawing/2014/main" id="{34A2D7A7-AD45-7ABE-3DD1-F38D904EB541}"/>
              </a:ext>
            </a:extLst>
          </p:cNvPr>
          <p:cNvSpPr>
            <a:spLocks noGrp="1"/>
          </p:cNvSpPr>
          <p:nvPr>
            <p:ph type="body" idx="1"/>
          </p:nvPr>
        </p:nvSpPr>
        <p:spPr/>
        <p:txBody>
          <a:bodyPr/>
          <a:lstStyle/>
          <a:p>
            <a:r>
              <a:rPr lang="en-US"/>
              <a:t>In fact, </a:t>
            </a:r>
            <a:r>
              <a:rPr lang="en-US" b="1"/>
              <a:t>applying a long-winded narrative to every single insight is likely to take an inordinate amount of time </a:t>
            </a:r>
            <a:r>
              <a:rPr lang="en-US"/>
              <a:t>and cause the </a:t>
            </a:r>
            <a:r>
              <a:rPr lang="en-US" b="1"/>
              <a:t>audience to lose interest</a:t>
            </a:r>
            <a:r>
              <a:rPr lang="en-US"/>
              <a:t>. Instead, stories must be </a:t>
            </a:r>
            <a:r>
              <a:rPr lang="en-US" b="1"/>
              <a:t>employed strategically</a:t>
            </a:r>
            <a:r>
              <a:rPr lang="en-US"/>
              <a:t>, for only the most important insights.</a:t>
            </a:r>
          </a:p>
          <a:p>
            <a:endParaRPr lang="en-US"/>
          </a:p>
          <a:p>
            <a:r>
              <a:rPr lang="en-US" sz="1200" b="0" i="0" kern="1200">
                <a:solidFill>
                  <a:schemeClr val="tx1"/>
                </a:solidFill>
                <a:effectLst/>
                <a:latin typeface="+mn-lt"/>
                <a:ea typeface="+mn-ea"/>
                <a:cs typeface="+mn-cs"/>
              </a:rPr>
              <a:t>This diagram must be read in terms of enacting change. The story zone represents the conditions in which it is most difficult to convince your audience to act on your insights. On the vertical scale, an insight can be hard when it is inherently hard to understand, or when it requires a substantial investment into change, or a risk that your audience may not be willing to take. On the horizontal scale, we have the potential value of the insight. As seen here, stories are best used for relatively difficult insights with medium to high value. Insights that are of high value, but easy to implement likely do not need storytelling. This is a case where data visualization is often an adequate tool to convince our audience. </a:t>
            </a:r>
            <a:endParaRPr lang="nl-NL"/>
          </a:p>
        </p:txBody>
      </p:sp>
      <p:sp>
        <p:nvSpPr>
          <p:cNvPr id="4" name="Tijdelijke aanduiding voor dianummer 3">
            <a:extLst>
              <a:ext uri="{FF2B5EF4-FFF2-40B4-BE49-F238E27FC236}">
                <a16:creationId xmlns:a16="http://schemas.microsoft.com/office/drawing/2014/main" id="{4EEE0B05-4937-3EFC-66AD-CA2ED210C09F}"/>
              </a:ext>
            </a:extLst>
          </p:cNvPr>
          <p:cNvSpPr>
            <a:spLocks noGrp="1"/>
          </p:cNvSpPr>
          <p:nvPr>
            <p:ph type="sldNum" sz="quarter" idx="5"/>
          </p:nvPr>
        </p:nvSpPr>
        <p:spPr/>
        <p:txBody>
          <a:bodyPr/>
          <a:lstStyle/>
          <a:p>
            <a:fld id="{3EB770D2-6F66-4EE7-B030-9CCA8A906342}" type="slidenum">
              <a:rPr lang="nl-NL" smtClean="0"/>
              <a:t>19</a:t>
            </a:fld>
            <a:endParaRPr lang="nl-NL"/>
          </a:p>
        </p:txBody>
      </p:sp>
    </p:spTree>
    <p:extLst>
      <p:ext uri="{BB962C8B-B14F-4D97-AF65-F5344CB8AC3E}">
        <p14:creationId xmlns:p14="http://schemas.microsoft.com/office/powerpoint/2010/main" val="197819584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NL"/>
          </a:p>
        </p:txBody>
      </p:sp>
      <p:sp>
        <p:nvSpPr>
          <p:cNvPr id="4" name="Tijdelijke aanduiding voor dianummer 3"/>
          <p:cNvSpPr>
            <a:spLocks noGrp="1"/>
          </p:cNvSpPr>
          <p:nvPr>
            <p:ph type="sldNum" sz="quarter" idx="5"/>
          </p:nvPr>
        </p:nvSpPr>
        <p:spPr/>
        <p:txBody>
          <a:bodyPr/>
          <a:lstStyle/>
          <a:p>
            <a:fld id="{3EB770D2-6F66-4EE7-B030-9CCA8A906342}" type="slidenum">
              <a:rPr lang="nl-NL" smtClean="0"/>
              <a:t>20</a:t>
            </a:fld>
            <a:endParaRPr lang="nl-NL"/>
          </a:p>
        </p:txBody>
      </p:sp>
    </p:spTree>
    <p:extLst>
      <p:ext uri="{BB962C8B-B14F-4D97-AF65-F5344CB8AC3E}">
        <p14:creationId xmlns:p14="http://schemas.microsoft.com/office/powerpoint/2010/main" val="269838932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dia">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9998359-4CE2-A52C-40ED-BAC1F9D07127}"/>
              </a:ext>
            </a:extLst>
          </p:cNvPr>
          <p:cNvSpPr>
            <a:spLocks noGrp="1"/>
          </p:cNvSpPr>
          <p:nvPr>
            <p:ph type="ctrTitle"/>
          </p:nvPr>
        </p:nvSpPr>
        <p:spPr>
          <a:xfrm>
            <a:off x="1524000" y="1122363"/>
            <a:ext cx="9144000" cy="2387600"/>
          </a:xfrm>
        </p:spPr>
        <p:txBody>
          <a:bodyPr anchor="b"/>
          <a:lstStyle>
            <a:lvl1pPr algn="ctr">
              <a:defRPr sz="6000"/>
            </a:lvl1pPr>
          </a:lstStyle>
          <a:p>
            <a:r>
              <a:rPr lang="nl-NL"/>
              <a:t>Klik om stijl te bewerken</a:t>
            </a:r>
          </a:p>
        </p:txBody>
      </p:sp>
      <p:sp>
        <p:nvSpPr>
          <p:cNvPr id="3" name="Ondertitel 2">
            <a:extLst>
              <a:ext uri="{FF2B5EF4-FFF2-40B4-BE49-F238E27FC236}">
                <a16:creationId xmlns:a16="http://schemas.microsoft.com/office/drawing/2014/main" id="{758AF06E-44A2-55C2-63EA-CE9F61F51B9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nl-NL"/>
              <a:t>Klikken om de ondertitelstijl van het model te bewerken</a:t>
            </a:r>
          </a:p>
        </p:txBody>
      </p:sp>
      <p:sp>
        <p:nvSpPr>
          <p:cNvPr id="4" name="Tijdelijke aanduiding voor datum 3">
            <a:extLst>
              <a:ext uri="{FF2B5EF4-FFF2-40B4-BE49-F238E27FC236}">
                <a16:creationId xmlns:a16="http://schemas.microsoft.com/office/drawing/2014/main" id="{4AD0B967-AB58-AC3B-2A1A-3CA0316B9E00}"/>
              </a:ext>
            </a:extLst>
          </p:cNvPr>
          <p:cNvSpPr>
            <a:spLocks noGrp="1"/>
          </p:cNvSpPr>
          <p:nvPr>
            <p:ph type="dt" sz="half" idx="10"/>
          </p:nvPr>
        </p:nvSpPr>
        <p:spPr/>
        <p:txBody>
          <a:bodyPr/>
          <a:lstStyle/>
          <a:p>
            <a:fld id="{5D765EF0-45CE-459E-A9A4-8B9744D71629}" type="datetimeFigureOut">
              <a:rPr lang="nl-NL" smtClean="0"/>
              <a:t>11-2-2026</a:t>
            </a:fld>
            <a:endParaRPr lang="nl-NL"/>
          </a:p>
        </p:txBody>
      </p:sp>
      <p:sp>
        <p:nvSpPr>
          <p:cNvPr id="5" name="Tijdelijke aanduiding voor voettekst 4">
            <a:extLst>
              <a:ext uri="{FF2B5EF4-FFF2-40B4-BE49-F238E27FC236}">
                <a16:creationId xmlns:a16="http://schemas.microsoft.com/office/drawing/2014/main" id="{FBC813FC-B092-E2C7-06B2-2ED0653471B9}"/>
              </a:ext>
            </a:extLst>
          </p:cNvPr>
          <p:cNvSpPr>
            <a:spLocks noGrp="1"/>
          </p:cNvSpPr>
          <p:nvPr>
            <p:ph type="ftr" sz="quarter" idx="11"/>
          </p:nvPr>
        </p:nvSpPr>
        <p:spPr/>
        <p:txBody>
          <a:bodyPr/>
          <a:lstStyle/>
          <a:p>
            <a:endParaRPr lang="nl-NL"/>
          </a:p>
        </p:txBody>
      </p:sp>
      <p:sp>
        <p:nvSpPr>
          <p:cNvPr id="6" name="Tijdelijke aanduiding voor dianummer 5">
            <a:extLst>
              <a:ext uri="{FF2B5EF4-FFF2-40B4-BE49-F238E27FC236}">
                <a16:creationId xmlns:a16="http://schemas.microsoft.com/office/drawing/2014/main" id="{34119DCE-27E3-59C6-0A79-BCC5880B9716}"/>
              </a:ext>
            </a:extLst>
          </p:cNvPr>
          <p:cNvSpPr>
            <a:spLocks noGrp="1"/>
          </p:cNvSpPr>
          <p:nvPr>
            <p:ph type="sldNum" sz="quarter" idx="12"/>
          </p:nvPr>
        </p:nvSpPr>
        <p:spPr/>
        <p:txBody>
          <a:bodyPr/>
          <a:lstStyle/>
          <a:p>
            <a:fld id="{AE3F76C3-B13E-4AB3-A159-EEF5EA1670F7}" type="slidenum">
              <a:rPr lang="nl-NL" smtClean="0"/>
              <a:t>‹nr.›</a:t>
            </a:fld>
            <a:endParaRPr lang="nl-NL"/>
          </a:p>
        </p:txBody>
      </p:sp>
    </p:spTree>
    <p:extLst>
      <p:ext uri="{BB962C8B-B14F-4D97-AF65-F5344CB8AC3E}">
        <p14:creationId xmlns:p14="http://schemas.microsoft.com/office/powerpoint/2010/main" val="26674389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en objec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62EE4DB-1DB5-B636-71DC-DA5CA7786657}"/>
              </a:ext>
            </a:extLst>
          </p:cNvPr>
          <p:cNvSpPr>
            <a:spLocks noGrp="1"/>
          </p:cNvSpPr>
          <p:nvPr>
            <p:ph type="title"/>
          </p:nvPr>
        </p:nvSpPr>
        <p:spPr/>
        <p:txBody>
          <a:bodyPr/>
          <a:lstStyle/>
          <a:p>
            <a:r>
              <a:rPr lang="nl-NL"/>
              <a:t>Klik om stijl te bewerken</a:t>
            </a:r>
          </a:p>
        </p:txBody>
      </p:sp>
      <p:sp>
        <p:nvSpPr>
          <p:cNvPr id="3" name="Tijdelijke aanduiding voor inhoud 2">
            <a:extLst>
              <a:ext uri="{FF2B5EF4-FFF2-40B4-BE49-F238E27FC236}">
                <a16:creationId xmlns:a16="http://schemas.microsoft.com/office/drawing/2014/main" id="{4B7770C2-28AB-070E-9328-C1F42E893F77}"/>
              </a:ext>
            </a:extLst>
          </p:cNvPr>
          <p:cNvSpPr>
            <a:spLocks noGrp="1"/>
          </p:cNvSpPr>
          <p:nvPr>
            <p:ph idx="1"/>
          </p:nvPr>
        </p:nvSpPr>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4" name="Tijdelijke aanduiding voor datum 3">
            <a:extLst>
              <a:ext uri="{FF2B5EF4-FFF2-40B4-BE49-F238E27FC236}">
                <a16:creationId xmlns:a16="http://schemas.microsoft.com/office/drawing/2014/main" id="{22A04DA9-BEE4-11D1-4DC2-A59C86E4C1AB}"/>
              </a:ext>
            </a:extLst>
          </p:cNvPr>
          <p:cNvSpPr>
            <a:spLocks noGrp="1"/>
          </p:cNvSpPr>
          <p:nvPr>
            <p:ph type="dt" sz="half" idx="10"/>
          </p:nvPr>
        </p:nvSpPr>
        <p:spPr/>
        <p:txBody>
          <a:bodyPr/>
          <a:lstStyle/>
          <a:p>
            <a:fld id="{5D765EF0-45CE-459E-A9A4-8B9744D71629}" type="datetimeFigureOut">
              <a:rPr lang="nl-NL" smtClean="0"/>
              <a:t>11-2-2026</a:t>
            </a:fld>
            <a:endParaRPr lang="nl-NL"/>
          </a:p>
        </p:txBody>
      </p:sp>
      <p:sp>
        <p:nvSpPr>
          <p:cNvPr id="5" name="Tijdelijke aanduiding voor voettekst 4">
            <a:extLst>
              <a:ext uri="{FF2B5EF4-FFF2-40B4-BE49-F238E27FC236}">
                <a16:creationId xmlns:a16="http://schemas.microsoft.com/office/drawing/2014/main" id="{1052F4F3-714F-7D3B-FA72-918A55087D96}"/>
              </a:ext>
            </a:extLst>
          </p:cNvPr>
          <p:cNvSpPr>
            <a:spLocks noGrp="1"/>
          </p:cNvSpPr>
          <p:nvPr>
            <p:ph type="ftr" sz="quarter" idx="11"/>
          </p:nvPr>
        </p:nvSpPr>
        <p:spPr/>
        <p:txBody>
          <a:bodyPr/>
          <a:lstStyle/>
          <a:p>
            <a:endParaRPr lang="nl-NL"/>
          </a:p>
        </p:txBody>
      </p:sp>
      <p:sp>
        <p:nvSpPr>
          <p:cNvPr id="6" name="Tijdelijke aanduiding voor dianummer 5">
            <a:extLst>
              <a:ext uri="{FF2B5EF4-FFF2-40B4-BE49-F238E27FC236}">
                <a16:creationId xmlns:a16="http://schemas.microsoft.com/office/drawing/2014/main" id="{17BEBF7A-03D9-8D53-6769-CB5875A5A68F}"/>
              </a:ext>
            </a:extLst>
          </p:cNvPr>
          <p:cNvSpPr>
            <a:spLocks noGrp="1"/>
          </p:cNvSpPr>
          <p:nvPr>
            <p:ph type="sldNum" sz="quarter" idx="12"/>
          </p:nvPr>
        </p:nvSpPr>
        <p:spPr/>
        <p:txBody>
          <a:bodyPr/>
          <a:lstStyle/>
          <a:p>
            <a:fld id="{AE3F76C3-B13E-4AB3-A159-EEF5EA1670F7}" type="slidenum">
              <a:rPr lang="nl-NL" smtClean="0"/>
              <a:t>‹nr.›</a:t>
            </a:fld>
            <a:endParaRPr lang="nl-NL"/>
          </a:p>
        </p:txBody>
      </p:sp>
    </p:spTree>
    <p:extLst>
      <p:ext uri="{BB962C8B-B14F-4D97-AF65-F5344CB8AC3E}">
        <p14:creationId xmlns:p14="http://schemas.microsoft.com/office/powerpoint/2010/main" val="34525810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ekop">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26800C5-0F56-3BAF-4DB7-41580F78EBEB}"/>
              </a:ext>
            </a:extLst>
          </p:cNvPr>
          <p:cNvSpPr>
            <a:spLocks noGrp="1"/>
          </p:cNvSpPr>
          <p:nvPr>
            <p:ph type="title"/>
          </p:nvPr>
        </p:nvSpPr>
        <p:spPr>
          <a:xfrm>
            <a:off x="831850" y="1709738"/>
            <a:ext cx="10515600" cy="2852737"/>
          </a:xfrm>
        </p:spPr>
        <p:txBody>
          <a:bodyPr anchor="b"/>
          <a:lstStyle>
            <a:lvl1pPr>
              <a:defRPr sz="6000"/>
            </a:lvl1pPr>
          </a:lstStyle>
          <a:p>
            <a:r>
              <a:rPr lang="nl-NL"/>
              <a:t>Klik om stijl te bewerken</a:t>
            </a:r>
          </a:p>
        </p:txBody>
      </p:sp>
      <p:sp>
        <p:nvSpPr>
          <p:cNvPr id="3" name="Tijdelijke aanduiding voor tekst 2">
            <a:extLst>
              <a:ext uri="{FF2B5EF4-FFF2-40B4-BE49-F238E27FC236}">
                <a16:creationId xmlns:a16="http://schemas.microsoft.com/office/drawing/2014/main" id="{10ED1AB0-2361-4F83-8174-F8BFEFB88BB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nl-NL"/>
              <a:t>Klikken om de tekststijl van het model te bewerken</a:t>
            </a:r>
          </a:p>
        </p:txBody>
      </p:sp>
      <p:sp>
        <p:nvSpPr>
          <p:cNvPr id="4" name="Tijdelijke aanduiding voor datum 3">
            <a:extLst>
              <a:ext uri="{FF2B5EF4-FFF2-40B4-BE49-F238E27FC236}">
                <a16:creationId xmlns:a16="http://schemas.microsoft.com/office/drawing/2014/main" id="{98425A75-E90E-C763-BAE5-7F4E6A1B8223}"/>
              </a:ext>
            </a:extLst>
          </p:cNvPr>
          <p:cNvSpPr>
            <a:spLocks noGrp="1"/>
          </p:cNvSpPr>
          <p:nvPr>
            <p:ph type="dt" sz="half" idx="10"/>
          </p:nvPr>
        </p:nvSpPr>
        <p:spPr/>
        <p:txBody>
          <a:bodyPr/>
          <a:lstStyle/>
          <a:p>
            <a:fld id="{5D765EF0-45CE-459E-A9A4-8B9744D71629}" type="datetimeFigureOut">
              <a:rPr lang="nl-NL" smtClean="0"/>
              <a:t>11-2-2026</a:t>
            </a:fld>
            <a:endParaRPr lang="nl-NL"/>
          </a:p>
        </p:txBody>
      </p:sp>
      <p:sp>
        <p:nvSpPr>
          <p:cNvPr id="5" name="Tijdelijke aanduiding voor voettekst 4">
            <a:extLst>
              <a:ext uri="{FF2B5EF4-FFF2-40B4-BE49-F238E27FC236}">
                <a16:creationId xmlns:a16="http://schemas.microsoft.com/office/drawing/2014/main" id="{5DB582F7-7F78-80C6-015A-020829CD410B}"/>
              </a:ext>
            </a:extLst>
          </p:cNvPr>
          <p:cNvSpPr>
            <a:spLocks noGrp="1"/>
          </p:cNvSpPr>
          <p:nvPr>
            <p:ph type="ftr" sz="quarter" idx="11"/>
          </p:nvPr>
        </p:nvSpPr>
        <p:spPr/>
        <p:txBody>
          <a:bodyPr/>
          <a:lstStyle/>
          <a:p>
            <a:endParaRPr lang="nl-NL"/>
          </a:p>
        </p:txBody>
      </p:sp>
      <p:sp>
        <p:nvSpPr>
          <p:cNvPr id="6" name="Tijdelijke aanduiding voor dianummer 5">
            <a:extLst>
              <a:ext uri="{FF2B5EF4-FFF2-40B4-BE49-F238E27FC236}">
                <a16:creationId xmlns:a16="http://schemas.microsoft.com/office/drawing/2014/main" id="{9564F081-F440-9E26-A038-DF30CE41AA96}"/>
              </a:ext>
            </a:extLst>
          </p:cNvPr>
          <p:cNvSpPr>
            <a:spLocks noGrp="1"/>
          </p:cNvSpPr>
          <p:nvPr>
            <p:ph type="sldNum" sz="quarter" idx="12"/>
          </p:nvPr>
        </p:nvSpPr>
        <p:spPr/>
        <p:txBody>
          <a:bodyPr/>
          <a:lstStyle/>
          <a:p>
            <a:fld id="{AE3F76C3-B13E-4AB3-A159-EEF5EA1670F7}" type="slidenum">
              <a:rPr lang="nl-NL" smtClean="0"/>
              <a:t>‹nr.›</a:t>
            </a:fld>
            <a:endParaRPr lang="nl-NL"/>
          </a:p>
        </p:txBody>
      </p:sp>
    </p:spTree>
    <p:extLst>
      <p:ext uri="{BB962C8B-B14F-4D97-AF65-F5344CB8AC3E}">
        <p14:creationId xmlns:p14="http://schemas.microsoft.com/office/powerpoint/2010/main" val="26454932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nhoud van twe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7A37F0C-5E10-6605-5140-3D23DB63E266}"/>
              </a:ext>
            </a:extLst>
          </p:cNvPr>
          <p:cNvSpPr>
            <a:spLocks noGrp="1"/>
          </p:cNvSpPr>
          <p:nvPr>
            <p:ph type="title"/>
          </p:nvPr>
        </p:nvSpPr>
        <p:spPr/>
        <p:txBody>
          <a:bodyPr/>
          <a:lstStyle/>
          <a:p>
            <a:r>
              <a:rPr lang="nl-NL"/>
              <a:t>Klik om stijl te bewerken</a:t>
            </a:r>
          </a:p>
        </p:txBody>
      </p:sp>
      <p:sp>
        <p:nvSpPr>
          <p:cNvPr id="3" name="Tijdelijke aanduiding voor inhoud 2">
            <a:extLst>
              <a:ext uri="{FF2B5EF4-FFF2-40B4-BE49-F238E27FC236}">
                <a16:creationId xmlns:a16="http://schemas.microsoft.com/office/drawing/2014/main" id="{AF3C03A0-4A1B-095D-5154-87CB1B8425D7}"/>
              </a:ext>
            </a:extLst>
          </p:cNvPr>
          <p:cNvSpPr>
            <a:spLocks noGrp="1"/>
          </p:cNvSpPr>
          <p:nvPr>
            <p:ph sz="half" idx="1"/>
          </p:nvPr>
        </p:nvSpPr>
        <p:spPr>
          <a:xfrm>
            <a:off x="838200" y="1825625"/>
            <a:ext cx="5181600" cy="4351338"/>
          </a:xfrm>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4" name="Tijdelijke aanduiding voor inhoud 3">
            <a:extLst>
              <a:ext uri="{FF2B5EF4-FFF2-40B4-BE49-F238E27FC236}">
                <a16:creationId xmlns:a16="http://schemas.microsoft.com/office/drawing/2014/main" id="{E6E24DC2-171A-12A9-980E-5D4E098DD234}"/>
              </a:ext>
            </a:extLst>
          </p:cNvPr>
          <p:cNvSpPr>
            <a:spLocks noGrp="1"/>
          </p:cNvSpPr>
          <p:nvPr>
            <p:ph sz="half" idx="2"/>
          </p:nvPr>
        </p:nvSpPr>
        <p:spPr>
          <a:xfrm>
            <a:off x="6172200" y="1825625"/>
            <a:ext cx="5181600" cy="4351338"/>
          </a:xfrm>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5" name="Tijdelijke aanduiding voor datum 4">
            <a:extLst>
              <a:ext uri="{FF2B5EF4-FFF2-40B4-BE49-F238E27FC236}">
                <a16:creationId xmlns:a16="http://schemas.microsoft.com/office/drawing/2014/main" id="{15DA9120-1886-ACD3-E604-EFBDD6FB09A1}"/>
              </a:ext>
            </a:extLst>
          </p:cNvPr>
          <p:cNvSpPr>
            <a:spLocks noGrp="1"/>
          </p:cNvSpPr>
          <p:nvPr>
            <p:ph type="dt" sz="half" idx="10"/>
          </p:nvPr>
        </p:nvSpPr>
        <p:spPr/>
        <p:txBody>
          <a:bodyPr/>
          <a:lstStyle/>
          <a:p>
            <a:fld id="{5D765EF0-45CE-459E-A9A4-8B9744D71629}" type="datetimeFigureOut">
              <a:rPr lang="nl-NL" smtClean="0"/>
              <a:t>11-2-2026</a:t>
            </a:fld>
            <a:endParaRPr lang="nl-NL"/>
          </a:p>
        </p:txBody>
      </p:sp>
      <p:sp>
        <p:nvSpPr>
          <p:cNvPr id="6" name="Tijdelijke aanduiding voor voettekst 5">
            <a:extLst>
              <a:ext uri="{FF2B5EF4-FFF2-40B4-BE49-F238E27FC236}">
                <a16:creationId xmlns:a16="http://schemas.microsoft.com/office/drawing/2014/main" id="{8587A16B-91E6-2158-0ECE-C18781944BFD}"/>
              </a:ext>
            </a:extLst>
          </p:cNvPr>
          <p:cNvSpPr>
            <a:spLocks noGrp="1"/>
          </p:cNvSpPr>
          <p:nvPr>
            <p:ph type="ftr" sz="quarter" idx="11"/>
          </p:nvPr>
        </p:nvSpPr>
        <p:spPr/>
        <p:txBody>
          <a:bodyPr/>
          <a:lstStyle/>
          <a:p>
            <a:endParaRPr lang="nl-NL"/>
          </a:p>
        </p:txBody>
      </p:sp>
      <p:sp>
        <p:nvSpPr>
          <p:cNvPr id="7" name="Tijdelijke aanduiding voor dianummer 6">
            <a:extLst>
              <a:ext uri="{FF2B5EF4-FFF2-40B4-BE49-F238E27FC236}">
                <a16:creationId xmlns:a16="http://schemas.microsoft.com/office/drawing/2014/main" id="{7632D45E-CABD-15F7-C751-E1F0D0286699}"/>
              </a:ext>
            </a:extLst>
          </p:cNvPr>
          <p:cNvSpPr>
            <a:spLocks noGrp="1"/>
          </p:cNvSpPr>
          <p:nvPr>
            <p:ph type="sldNum" sz="quarter" idx="12"/>
          </p:nvPr>
        </p:nvSpPr>
        <p:spPr/>
        <p:txBody>
          <a:bodyPr/>
          <a:lstStyle/>
          <a:p>
            <a:fld id="{AE3F76C3-B13E-4AB3-A159-EEF5EA1670F7}" type="slidenum">
              <a:rPr lang="nl-NL" smtClean="0"/>
              <a:t>‹nr.›</a:t>
            </a:fld>
            <a:endParaRPr lang="nl-NL"/>
          </a:p>
        </p:txBody>
      </p:sp>
    </p:spTree>
    <p:extLst>
      <p:ext uri="{BB962C8B-B14F-4D97-AF65-F5344CB8AC3E}">
        <p14:creationId xmlns:p14="http://schemas.microsoft.com/office/powerpoint/2010/main" val="393829149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elijkin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16708FD-64BD-B4CD-5D3E-1B9E93B831E7}"/>
              </a:ext>
            </a:extLst>
          </p:cNvPr>
          <p:cNvSpPr>
            <a:spLocks noGrp="1"/>
          </p:cNvSpPr>
          <p:nvPr>
            <p:ph type="title"/>
          </p:nvPr>
        </p:nvSpPr>
        <p:spPr>
          <a:xfrm>
            <a:off x="839788" y="365125"/>
            <a:ext cx="10515600" cy="1325563"/>
          </a:xfrm>
        </p:spPr>
        <p:txBody>
          <a:bodyPr/>
          <a:lstStyle/>
          <a:p>
            <a:r>
              <a:rPr lang="nl-NL"/>
              <a:t>Klik om stijl te bewerken</a:t>
            </a:r>
          </a:p>
        </p:txBody>
      </p:sp>
      <p:sp>
        <p:nvSpPr>
          <p:cNvPr id="3" name="Tijdelijke aanduiding voor tekst 2">
            <a:extLst>
              <a:ext uri="{FF2B5EF4-FFF2-40B4-BE49-F238E27FC236}">
                <a16:creationId xmlns:a16="http://schemas.microsoft.com/office/drawing/2014/main" id="{9686B8E7-C635-A065-1CF9-B98B12D45D1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l-NL"/>
              <a:t>Klikken om de tekststijl van het model te bewerken</a:t>
            </a:r>
          </a:p>
        </p:txBody>
      </p:sp>
      <p:sp>
        <p:nvSpPr>
          <p:cNvPr id="4" name="Tijdelijke aanduiding voor inhoud 3">
            <a:extLst>
              <a:ext uri="{FF2B5EF4-FFF2-40B4-BE49-F238E27FC236}">
                <a16:creationId xmlns:a16="http://schemas.microsoft.com/office/drawing/2014/main" id="{61F9BAAB-5DC2-CCE0-66EB-A431D23F3E05}"/>
              </a:ext>
            </a:extLst>
          </p:cNvPr>
          <p:cNvSpPr>
            <a:spLocks noGrp="1"/>
          </p:cNvSpPr>
          <p:nvPr>
            <p:ph sz="half" idx="2"/>
          </p:nvPr>
        </p:nvSpPr>
        <p:spPr>
          <a:xfrm>
            <a:off x="839788" y="2505075"/>
            <a:ext cx="5157787" cy="3684588"/>
          </a:xfrm>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5" name="Tijdelijke aanduiding voor tekst 4">
            <a:extLst>
              <a:ext uri="{FF2B5EF4-FFF2-40B4-BE49-F238E27FC236}">
                <a16:creationId xmlns:a16="http://schemas.microsoft.com/office/drawing/2014/main" id="{AD1FB738-B6ED-FDD5-56C5-0369BEFE84A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l-NL"/>
              <a:t>Klikken om de tekststijl van het model te bewerken</a:t>
            </a:r>
          </a:p>
        </p:txBody>
      </p:sp>
      <p:sp>
        <p:nvSpPr>
          <p:cNvPr id="6" name="Tijdelijke aanduiding voor inhoud 5">
            <a:extLst>
              <a:ext uri="{FF2B5EF4-FFF2-40B4-BE49-F238E27FC236}">
                <a16:creationId xmlns:a16="http://schemas.microsoft.com/office/drawing/2014/main" id="{2ADEFD9C-F4C7-26C0-A41D-4012474C2D62}"/>
              </a:ext>
            </a:extLst>
          </p:cNvPr>
          <p:cNvSpPr>
            <a:spLocks noGrp="1"/>
          </p:cNvSpPr>
          <p:nvPr>
            <p:ph sz="quarter" idx="4"/>
          </p:nvPr>
        </p:nvSpPr>
        <p:spPr>
          <a:xfrm>
            <a:off x="6172200" y="2505075"/>
            <a:ext cx="5183188" cy="3684588"/>
          </a:xfrm>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7" name="Tijdelijke aanduiding voor datum 6">
            <a:extLst>
              <a:ext uri="{FF2B5EF4-FFF2-40B4-BE49-F238E27FC236}">
                <a16:creationId xmlns:a16="http://schemas.microsoft.com/office/drawing/2014/main" id="{B6810E01-EE60-1C93-C231-16F15C45966B}"/>
              </a:ext>
            </a:extLst>
          </p:cNvPr>
          <p:cNvSpPr>
            <a:spLocks noGrp="1"/>
          </p:cNvSpPr>
          <p:nvPr>
            <p:ph type="dt" sz="half" idx="10"/>
          </p:nvPr>
        </p:nvSpPr>
        <p:spPr/>
        <p:txBody>
          <a:bodyPr/>
          <a:lstStyle/>
          <a:p>
            <a:fld id="{5D765EF0-45CE-459E-A9A4-8B9744D71629}" type="datetimeFigureOut">
              <a:rPr lang="nl-NL" smtClean="0"/>
              <a:t>11-2-2026</a:t>
            </a:fld>
            <a:endParaRPr lang="nl-NL"/>
          </a:p>
        </p:txBody>
      </p:sp>
      <p:sp>
        <p:nvSpPr>
          <p:cNvPr id="8" name="Tijdelijke aanduiding voor voettekst 7">
            <a:extLst>
              <a:ext uri="{FF2B5EF4-FFF2-40B4-BE49-F238E27FC236}">
                <a16:creationId xmlns:a16="http://schemas.microsoft.com/office/drawing/2014/main" id="{8D2F8C06-6559-1A1A-3D9C-C693E2E7BA83}"/>
              </a:ext>
            </a:extLst>
          </p:cNvPr>
          <p:cNvSpPr>
            <a:spLocks noGrp="1"/>
          </p:cNvSpPr>
          <p:nvPr>
            <p:ph type="ftr" sz="quarter" idx="11"/>
          </p:nvPr>
        </p:nvSpPr>
        <p:spPr/>
        <p:txBody>
          <a:bodyPr/>
          <a:lstStyle/>
          <a:p>
            <a:endParaRPr lang="nl-NL"/>
          </a:p>
        </p:txBody>
      </p:sp>
      <p:sp>
        <p:nvSpPr>
          <p:cNvPr id="9" name="Tijdelijke aanduiding voor dianummer 8">
            <a:extLst>
              <a:ext uri="{FF2B5EF4-FFF2-40B4-BE49-F238E27FC236}">
                <a16:creationId xmlns:a16="http://schemas.microsoft.com/office/drawing/2014/main" id="{0816002B-DDDD-B432-3B29-9F392BA4C3F0}"/>
              </a:ext>
            </a:extLst>
          </p:cNvPr>
          <p:cNvSpPr>
            <a:spLocks noGrp="1"/>
          </p:cNvSpPr>
          <p:nvPr>
            <p:ph type="sldNum" sz="quarter" idx="12"/>
          </p:nvPr>
        </p:nvSpPr>
        <p:spPr/>
        <p:txBody>
          <a:bodyPr/>
          <a:lstStyle/>
          <a:p>
            <a:fld id="{AE3F76C3-B13E-4AB3-A159-EEF5EA1670F7}" type="slidenum">
              <a:rPr lang="nl-NL" smtClean="0"/>
              <a:t>‹nr.›</a:t>
            </a:fld>
            <a:endParaRPr lang="nl-NL"/>
          </a:p>
        </p:txBody>
      </p:sp>
    </p:spTree>
    <p:extLst>
      <p:ext uri="{BB962C8B-B14F-4D97-AF65-F5344CB8AC3E}">
        <p14:creationId xmlns:p14="http://schemas.microsoft.com/office/powerpoint/2010/main" val="28354758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Alleen titel">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82FE0A0-3C84-4B3F-7192-26341AB596F2}"/>
              </a:ext>
            </a:extLst>
          </p:cNvPr>
          <p:cNvSpPr>
            <a:spLocks noGrp="1"/>
          </p:cNvSpPr>
          <p:nvPr>
            <p:ph type="title"/>
          </p:nvPr>
        </p:nvSpPr>
        <p:spPr/>
        <p:txBody>
          <a:bodyPr/>
          <a:lstStyle/>
          <a:p>
            <a:r>
              <a:rPr lang="nl-NL"/>
              <a:t>Klik om stijl te bewerken</a:t>
            </a:r>
          </a:p>
        </p:txBody>
      </p:sp>
      <p:sp>
        <p:nvSpPr>
          <p:cNvPr id="3" name="Tijdelijke aanduiding voor datum 2">
            <a:extLst>
              <a:ext uri="{FF2B5EF4-FFF2-40B4-BE49-F238E27FC236}">
                <a16:creationId xmlns:a16="http://schemas.microsoft.com/office/drawing/2014/main" id="{2ADF407F-89B0-FB51-3AFA-A12A688501D5}"/>
              </a:ext>
            </a:extLst>
          </p:cNvPr>
          <p:cNvSpPr>
            <a:spLocks noGrp="1"/>
          </p:cNvSpPr>
          <p:nvPr>
            <p:ph type="dt" sz="half" idx="10"/>
          </p:nvPr>
        </p:nvSpPr>
        <p:spPr/>
        <p:txBody>
          <a:bodyPr/>
          <a:lstStyle/>
          <a:p>
            <a:fld id="{5D765EF0-45CE-459E-A9A4-8B9744D71629}" type="datetimeFigureOut">
              <a:rPr lang="nl-NL" smtClean="0"/>
              <a:t>11-2-2026</a:t>
            </a:fld>
            <a:endParaRPr lang="nl-NL"/>
          </a:p>
        </p:txBody>
      </p:sp>
      <p:sp>
        <p:nvSpPr>
          <p:cNvPr id="4" name="Tijdelijke aanduiding voor voettekst 3">
            <a:extLst>
              <a:ext uri="{FF2B5EF4-FFF2-40B4-BE49-F238E27FC236}">
                <a16:creationId xmlns:a16="http://schemas.microsoft.com/office/drawing/2014/main" id="{51256871-B707-BCB5-6E58-45B95D7147C6}"/>
              </a:ext>
            </a:extLst>
          </p:cNvPr>
          <p:cNvSpPr>
            <a:spLocks noGrp="1"/>
          </p:cNvSpPr>
          <p:nvPr>
            <p:ph type="ftr" sz="quarter" idx="11"/>
          </p:nvPr>
        </p:nvSpPr>
        <p:spPr/>
        <p:txBody>
          <a:bodyPr/>
          <a:lstStyle/>
          <a:p>
            <a:endParaRPr lang="nl-NL"/>
          </a:p>
        </p:txBody>
      </p:sp>
      <p:sp>
        <p:nvSpPr>
          <p:cNvPr id="5" name="Tijdelijke aanduiding voor dianummer 4">
            <a:extLst>
              <a:ext uri="{FF2B5EF4-FFF2-40B4-BE49-F238E27FC236}">
                <a16:creationId xmlns:a16="http://schemas.microsoft.com/office/drawing/2014/main" id="{94890A80-B7D3-470E-C45B-F0046A92E393}"/>
              </a:ext>
            </a:extLst>
          </p:cNvPr>
          <p:cNvSpPr>
            <a:spLocks noGrp="1"/>
          </p:cNvSpPr>
          <p:nvPr>
            <p:ph type="sldNum" sz="quarter" idx="12"/>
          </p:nvPr>
        </p:nvSpPr>
        <p:spPr/>
        <p:txBody>
          <a:bodyPr/>
          <a:lstStyle/>
          <a:p>
            <a:fld id="{AE3F76C3-B13E-4AB3-A159-EEF5EA1670F7}" type="slidenum">
              <a:rPr lang="nl-NL" smtClean="0"/>
              <a:t>‹nr.›</a:t>
            </a:fld>
            <a:endParaRPr lang="nl-NL"/>
          </a:p>
        </p:txBody>
      </p:sp>
    </p:spTree>
    <p:extLst>
      <p:ext uri="{BB962C8B-B14F-4D97-AF65-F5344CB8AC3E}">
        <p14:creationId xmlns:p14="http://schemas.microsoft.com/office/powerpoint/2010/main" val="26650775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g">
    <p:spTree>
      <p:nvGrpSpPr>
        <p:cNvPr id="1" name=""/>
        <p:cNvGrpSpPr/>
        <p:nvPr/>
      </p:nvGrpSpPr>
      <p:grpSpPr>
        <a:xfrm>
          <a:off x="0" y="0"/>
          <a:ext cx="0" cy="0"/>
          <a:chOff x="0" y="0"/>
          <a:chExt cx="0" cy="0"/>
        </a:xfrm>
      </p:grpSpPr>
      <p:sp>
        <p:nvSpPr>
          <p:cNvPr id="2" name="Tijdelijke aanduiding voor datum 1">
            <a:extLst>
              <a:ext uri="{FF2B5EF4-FFF2-40B4-BE49-F238E27FC236}">
                <a16:creationId xmlns:a16="http://schemas.microsoft.com/office/drawing/2014/main" id="{D2B66EDC-8049-B509-A5FE-9A8E4E3B64A6}"/>
              </a:ext>
            </a:extLst>
          </p:cNvPr>
          <p:cNvSpPr>
            <a:spLocks noGrp="1"/>
          </p:cNvSpPr>
          <p:nvPr>
            <p:ph type="dt" sz="half" idx="10"/>
          </p:nvPr>
        </p:nvSpPr>
        <p:spPr/>
        <p:txBody>
          <a:bodyPr/>
          <a:lstStyle/>
          <a:p>
            <a:fld id="{5D765EF0-45CE-459E-A9A4-8B9744D71629}" type="datetimeFigureOut">
              <a:rPr lang="nl-NL" smtClean="0"/>
              <a:t>11-2-2026</a:t>
            </a:fld>
            <a:endParaRPr lang="nl-NL"/>
          </a:p>
        </p:txBody>
      </p:sp>
      <p:sp>
        <p:nvSpPr>
          <p:cNvPr id="3" name="Tijdelijke aanduiding voor voettekst 2">
            <a:extLst>
              <a:ext uri="{FF2B5EF4-FFF2-40B4-BE49-F238E27FC236}">
                <a16:creationId xmlns:a16="http://schemas.microsoft.com/office/drawing/2014/main" id="{4ED65287-DDE8-1384-2EE9-5BB4B7CE00CA}"/>
              </a:ext>
            </a:extLst>
          </p:cNvPr>
          <p:cNvSpPr>
            <a:spLocks noGrp="1"/>
          </p:cNvSpPr>
          <p:nvPr>
            <p:ph type="ftr" sz="quarter" idx="11"/>
          </p:nvPr>
        </p:nvSpPr>
        <p:spPr/>
        <p:txBody>
          <a:bodyPr/>
          <a:lstStyle/>
          <a:p>
            <a:endParaRPr lang="nl-NL"/>
          </a:p>
        </p:txBody>
      </p:sp>
      <p:sp>
        <p:nvSpPr>
          <p:cNvPr id="4" name="Tijdelijke aanduiding voor dianummer 3">
            <a:extLst>
              <a:ext uri="{FF2B5EF4-FFF2-40B4-BE49-F238E27FC236}">
                <a16:creationId xmlns:a16="http://schemas.microsoft.com/office/drawing/2014/main" id="{CDB9365E-F214-E913-0E72-44C7F71F2796}"/>
              </a:ext>
            </a:extLst>
          </p:cNvPr>
          <p:cNvSpPr>
            <a:spLocks noGrp="1"/>
          </p:cNvSpPr>
          <p:nvPr>
            <p:ph type="sldNum" sz="quarter" idx="12"/>
          </p:nvPr>
        </p:nvSpPr>
        <p:spPr/>
        <p:txBody>
          <a:bodyPr/>
          <a:lstStyle/>
          <a:p>
            <a:fld id="{AE3F76C3-B13E-4AB3-A159-EEF5EA1670F7}" type="slidenum">
              <a:rPr lang="nl-NL" smtClean="0"/>
              <a:t>‹nr.›</a:t>
            </a:fld>
            <a:endParaRPr lang="nl-NL"/>
          </a:p>
        </p:txBody>
      </p:sp>
    </p:spTree>
    <p:extLst>
      <p:ext uri="{BB962C8B-B14F-4D97-AF65-F5344CB8AC3E}">
        <p14:creationId xmlns:p14="http://schemas.microsoft.com/office/powerpoint/2010/main" val="3467352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oud met bij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A429467-19EF-379D-F443-412D977B4176}"/>
              </a:ext>
            </a:extLst>
          </p:cNvPr>
          <p:cNvSpPr>
            <a:spLocks noGrp="1"/>
          </p:cNvSpPr>
          <p:nvPr>
            <p:ph type="title"/>
          </p:nvPr>
        </p:nvSpPr>
        <p:spPr>
          <a:xfrm>
            <a:off x="839788" y="457200"/>
            <a:ext cx="3932237" cy="1600200"/>
          </a:xfrm>
        </p:spPr>
        <p:txBody>
          <a:bodyPr anchor="b"/>
          <a:lstStyle>
            <a:lvl1pPr>
              <a:defRPr sz="3200"/>
            </a:lvl1pPr>
          </a:lstStyle>
          <a:p>
            <a:r>
              <a:rPr lang="nl-NL"/>
              <a:t>Klik om stijl te bewerken</a:t>
            </a:r>
          </a:p>
        </p:txBody>
      </p:sp>
      <p:sp>
        <p:nvSpPr>
          <p:cNvPr id="3" name="Tijdelijke aanduiding voor inhoud 2">
            <a:extLst>
              <a:ext uri="{FF2B5EF4-FFF2-40B4-BE49-F238E27FC236}">
                <a16:creationId xmlns:a16="http://schemas.microsoft.com/office/drawing/2014/main" id="{1F4971D7-47C7-662A-841D-21C2376D19D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4" name="Tijdelijke aanduiding voor tekst 3">
            <a:extLst>
              <a:ext uri="{FF2B5EF4-FFF2-40B4-BE49-F238E27FC236}">
                <a16:creationId xmlns:a16="http://schemas.microsoft.com/office/drawing/2014/main" id="{9B626273-DC55-2F81-2D7C-BF39DB3593D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nl-NL"/>
              <a:t>Klikken om de tekststijl van het model te bewerken</a:t>
            </a:r>
          </a:p>
        </p:txBody>
      </p:sp>
      <p:sp>
        <p:nvSpPr>
          <p:cNvPr id="5" name="Tijdelijke aanduiding voor datum 4">
            <a:extLst>
              <a:ext uri="{FF2B5EF4-FFF2-40B4-BE49-F238E27FC236}">
                <a16:creationId xmlns:a16="http://schemas.microsoft.com/office/drawing/2014/main" id="{2476FB6B-19C1-A308-3B7F-D458D897B1CC}"/>
              </a:ext>
            </a:extLst>
          </p:cNvPr>
          <p:cNvSpPr>
            <a:spLocks noGrp="1"/>
          </p:cNvSpPr>
          <p:nvPr>
            <p:ph type="dt" sz="half" idx="10"/>
          </p:nvPr>
        </p:nvSpPr>
        <p:spPr/>
        <p:txBody>
          <a:bodyPr/>
          <a:lstStyle/>
          <a:p>
            <a:fld id="{5D765EF0-45CE-459E-A9A4-8B9744D71629}" type="datetimeFigureOut">
              <a:rPr lang="nl-NL" smtClean="0"/>
              <a:t>11-2-2026</a:t>
            </a:fld>
            <a:endParaRPr lang="nl-NL"/>
          </a:p>
        </p:txBody>
      </p:sp>
      <p:sp>
        <p:nvSpPr>
          <p:cNvPr id="6" name="Tijdelijke aanduiding voor voettekst 5">
            <a:extLst>
              <a:ext uri="{FF2B5EF4-FFF2-40B4-BE49-F238E27FC236}">
                <a16:creationId xmlns:a16="http://schemas.microsoft.com/office/drawing/2014/main" id="{AFF160E2-91F8-92B4-039D-46E2D5B13340}"/>
              </a:ext>
            </a:extLst>
          </p:cNvPr>
          <p:cNvSpPr>
            <a:spLocks noGrp="1"/>
          </p:cNvSpPr>
          <p:nvPr>
            <p:ph type="ftr" sz="quarter" idx="11"/>
          </p:nvPr>
        </p:nvSpPr>
        <p:spPr/>
        <p:txBody>
          <a:bodyPr/>
          <a:lstStyle/>
          <a:p>
            <a:endParaRPr lang="nl-NL"/>
          </a:p>
        </p:txBody>
      </p:sp>
      <p:sp>
        <p:nvSpPr>
          <p:cNvPr id="7" name="Tijdelijke aanduiding voor dianummer 6">
            <a:extLst>
              <a:ext uri="{FF2B5EF4-FFF2-40B4-BE49-F238E27FC236}">
                <a16:creationId xmlns:a16="http://schemas.microsoft.com/office/drawing/2014/main" id="{73073861-0AC0-B044-2E80-C4D9EF8F6502}"/>
              </a:ext>
            </a:extLst>
          </p:cNvPr>
          <p:cNvSpPr>
            <a:spLocks noGrp="1"/>
          </p:cNvSpPr>
          <p:nvPr>
            <p:ph type="sldNum" sz="quarter" idx="12"/>
          </p:nvPr>
        </p:nvSpPr>
        <p:spPr/>
        <p:txBody>
          <a:bodyPr/>
          <a:lstStyle/>
          <a:p>
            <a:fld id="{AE3F76C3-B13E-4AB3-A159-EEF5EA1670F7}" type="slidenum">
              <a:rPr lang="nl-NL" smtClean="0"/>
              <a:t>‹nr.›</a:t>
            </a:fld>
            <a:endParaRPr lang="nl-NL"/>
          </a:p>
        </p:txBody>
      </p:sp>
    </p:spTree>
    <p:extLst>
      <p:ext uri="{BB962C8B-B14F-4D97-AF65-F5344CB8AC3E}">
        <p14:creationId xmlns:p14="http://schemas.microsoft.com/office/powerpoint/2010/main" val="19797010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Afbeelding met bij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897B7E9-23BF-C983-B402-7C1A77C1D6AD}"/>
              </a:ext>
            </a:extLst>
          </p:cNvPr>
          <p:cNvSpPr>
            <a:spLocks noGrp="1"/>
          </p:cNvSpPr>
          <p:nvPr>
            <p:ph type="title"/>
          </p:nvPr>
        </p:nvSpPr>
        <p:spPr>
          <a:xfrm>
            <a:off x="839788" y="457200"/>
            <a:ext cx="3932237" cy="1600200"/>
          </a:xfrm>
        </p:spPr>
        <p:txBody>
          <a:bodyPr anchor="b"/>
          <a:lstStyle>
            <a:lvl1pPr>
              <a:defRPr sz="3200"/>
            </a:lvl1pPr>
          </a:lstStyle>
          <a:p>
            <a:r>
              <a:rPr lang="nl-NL"/>
              <a:t>Klik om stijl te bewerken</a:t>
            </a:r>
          </a:p>
        </p:txBody>
      </p:sp>
      <p:sp>
        <p:nvSpPr>
          <p:cNvPr id="3" name="Tijdelijke aanduiding voor afbeelding 2">
            <a:extLst>
              <a:ext uri="{FF2B5EF4-FFF2-40B4-BE49-F238E27FC236}">
                <a16:creationId xmlns:a16="http://schemas.microsoft.com/office/drawing/2014/main" id="{79AC14BE-4922-D694-854D-5137BF6B5D9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nl-NL"/>
          </a:p>
        </p:txBody>
      </p:sp>
      <p:sp>
        <p:nvSpPr>
          <p:cNvPr id="4" name="Tijdelijke aanduiding voor tekst 3">
            <a:extLst>
              <a:ext uri="{FF2B5EF4-FFF2-40B4-BE49-F238E27FC236}">
                <a16:creationId xmlns:a16="http://schemas.microsoft.com/office/drawing/2014/main" id="{2E50A86E-3A6A-35D7-9DBA-B9AAE2746E0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nl-NL"/>
              <a:t>Klikken om de tekststijl van het model te bewerken</a:t>
            </a:r>
          </a:p>
        </p:txBody>
      </p:sp>
      <p:sp>
        <p:nvSpPr>
          <p:cNvPr id="5" name="Tijdelijke aanduiding voor datum 4">
            <a:extLst>
              <a:ext uri="{FF2B5EF4-FFF2-40B4-BE49-F238E27FC236}">
                <a16:creationId xmlns:a16="http://schemas.microsoft.com/office/drawing/2014/main" id="{B3CCC8FC-25DE-EBE5-58E3-345078525B06}"/>
              </a:ext>
            </a:extLst>
          </p:cNvPr>
          <p:cNvSpPr>
            <a:spLocks noGrp="1"/>
          </p:cNvSpPr>
          <p:nvPr>
            <p:ph type="dt" sz="half" idx="10"/>
          </p:nvPr>
        </p:nvSpPr>
        <p:spPr/>
        <p:txBody>
          <a:bodyPr/>
          <a:lstStyle/>
          <a:p>
            <a:fld id="{5D765EF0-45CE-459E-A9A4-8B9744D71629}" type="datetimeFigureOut">
              <a:rPr lang="nl-NL" smtClean="0"/>
              <a:t>11-2-2026</a:t>
            </a:fld>
            <a:endParaRPr lang="nl-NL"/>
          </a:p>
        </p:txBody>
      </p:sp>
      <p:sp>
        <p:nvSpPr>
          <p:cNvPr id="6" name="Tijdelijke aanduiding voor voettekst 5">
            <a:extLst>
              <a:ext uri="{FF2B5EF4-FFF2-40B4-BE49-F238E27FC236}">
                <a16:creationId xmlns:a16="http://schemas.microsoft.com/office/drawing/2014/main" id="{7B939C80-8C3B-9384-4955-B3BD9E4DA11B}"/>
              </a:ext>
            </a:extLst>
          </p:cNvPr>
          <p:cNvSpPr>
            <a:spLocks noGrp="1"/>
          </p:cNvSpPr>
          <p:nvPr>
            <p:ph type="ftr" sz="quarter" idx="11"/>
          </p:nvPr>
        </p:nvSpPr>
        <p:spPr/>
        <p:txBody>
          <a:bodyPr/>
          <a:lstStyle/>
          <a:p>
            <a:endParaRPr lang="nl-NL"/>
          </a:p>
        </p:txBody>
      </p:sp>
      <p:sp>
        <p:nvSpPr>
          <p:cNvPr id="7" name="Tijdelijke aanduiding voor dianummer 6">
            <a:extLst>
              <a:ext uri="{FF2B5EF4-FFF2-40B4-BE49-F238E27FC236}">
                <a16:creationId xmlns:a16="http://schemas.microsoft.com/office/drawing/2014/main" id="{B3756E50-9EE2-E93F-964D-F44D8A3DA937}"/>
              </a:ext>
            </a:extLst>
          </p:cNvPr>
          <p:cNvSpPr>
            <a:spLocks noGrp="1"/>
          </p:cNvSpPr>
          <p:nvPr>
            <p:ph type="sldNum" sz="quarter" idx="12"/>
          </p:nvPr>
        </p:nvSpPr>
        <p:spPr/>
        <p:txBody>
          <a:bodyPr/>
          <a:lstStyle/>
          <a:p>
            <a:fld id="{AE3F76C3-B13E-4AB3-A159-EEF5EA1670F7}" type="slidenum">
              <a:rPr lang="nl-NL" smtClean="0"/>
              <a:t>‹nr.›</a:t>
            </a:fld>
            <a:endParaRPr lang="nl-NL"/>
          </a:p>
        </p:txBody>
      </p:sp>
    </p:spTree>
    <p:extLst>
      <p:ext uri="{BB962C8B-B14F-4D97-AF65-F5344CB8AC3E}">
        <p14:creationId xmlns:p14="http://schemas.microsoft.com/office/powerpoint/2010/main" val="32327331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en verticale teks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7CE4B49-E8A3-E018-7573-62F8179DD377}"/>
              </a:ext>
            </a:extLst>
          </p:cNvPr>
          <p:cNvSpPr>
            <a:spLocks noGrp="1"/>
          </p:cNvSpPr>
          <p:nvPr>
            <p:ph type="title"/>
          </p:nvPr>
        </p:nvSpPr>
        <p:spPr/>
        <p:txBody>
          <a:bodyPr/>
          <a:lstStyle/>
          <a:p>
            <a:r>
              <a:rPr lang="nl-NL"/>
              <a:t>Klik om stijl te bewerken</a:t>
            </a:r>
          </a:p>
        </p:txBody>
      </p:sp>
      <p:sp>
        <p:nvSpPr>
          <p:cNvPr id="3" name="Tijdelijke aanduiding voor verticale tekst 2">
            <a:extLst>
              <a:ext uri="{FF2B5EF4-FFF2-40B4-BE49-F238E27FC236}">
                <a16:creationId xmlns:a16="http://schemas.microsoft.com/office/drawing/2014/main" id="{8D8AEC7C-5AE6-6DB1-DC5B-A82670B09B5A}"/>
              </a:ext>
            </a:extLst>
          </p:cNvPr>
          <p:cNvSpPr>
            <a:spLocks noGrp="1"/>
          </p:cNvSpPr>
          <p:nvPr>
            <p:ph type="body" orient="vert" idx="1"/>
          </p:nvPr>
        </p:nvSpPr>
        <p:spPr/>
        <p:txBody>
          <a:bodyPr vert="eaVert"/>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4" name="Tijdelijke aanduiding voor datum 3">
            <a:extLst>
              <a:ext uri="{FF2B5EF4-FFF2-40B4-BE49-F238E27FC236}">
                <a16:creationId xmlns:a16="http://schemas.microsoft.com/office/drawing/2014/main" id="{534B9C89-4169-4A93-DA9E-8AB178141226}"/>
              </a:ext>
            </a:extLst>
          </p:cNvPr>
          <p:cNvSpPr>
            <a:spLocks noGrp="1"/>
          </p:cNvSpPr>
          <p:nvPr>
            <p:ph type="dt" sz="half" idx="10"/>
          </p:nvPr>
        </p:nvSpPr>
        <p:spPr/>
        <p:txBody>
          <a:bodyPr/>
          <a:lstStyle/>
          <a:p>
            <a:fld id="{5D765EF0-45CE-459E-A9A4-8B9744D71629}" type="datetimeFigureOut">
              <a:rPr lang="nl-NL" smtClean="0"/>
              <a:t>11-2-2026</a:t>
            </a:fld>
            <a:endParaRPr lang="nl-NL"/>
          </a:p>
        </p:txBody>
      </p:sp>
      <p:sp>
        <p:nvSpPr>
          <p:cNvPr id="5" name="Tijdelijke aanduiding voor voettekst 4">
            <a:extLst>
              <a:ext uri="{FF2B5EF4-FFF2-40B4-BE49-F238E27FC236}">
                <a16:creationId xmlns:a16="http://schemas.microsoft.com/office/drawing/2014/main" id="{032732F4-1D15-D8BC-7A5F-F604F20FF17E}"/>
              </a:ext>
            </a:extLst>
          </p:cNvPr>
          <p:cNvSpPr>
            <a:spLocks noGrp="1"/>
          </p:cNvSpPr>
          <p:nvPr>
            <p:ph type="ftr" sz="quarter" idx="11"/>
          </p:nvPr>
        </p:nvSpPr>
        <p:spPr/>
        <p:txBody>
          <a:bodyPr/>
          <a:lstStyle/>
          <a:p>
            <a:endParaRPr lang="nl-NL"/>
          </a:p>
        </p:txBody>
      </p:sp>
      <p:sp>
        <p:nvSpPr>
          <p:cNvPr id="6" name="Tijdelijke aanduiding voor dianummer 5">
            <a:extLst>
              <a:ext uri="{FF2B5EF4-FFF2-40B4-BE49-F238E27FC236}">
                <a16:creationId xmlns:a16="http://schemas.microsoft.com/office/drawing/2014/main" id="{2849CB6F-B7B9-D108-979A-1D59B5C9D889}"/>
              </a:ext>
            </a:extLst>
          </p:cNvPr>
          <p:cNvSpPr>
            <a:spLocks noGrp="1"/>
          </p:cNvSpPr>
          <p:nvPr>
            <p:ph type="sldNum" sz="quarter" idx="12"/>
          </p:nvPr>
        </p:nvSpPr>
        <p:spPr/>
        <p:txBody>
          <a:bodyPr/>
          <a:lstStyle/>
          <a:p>
            <a:fld id="{AE3F76C3-B13E-4AB3-A159-EEF5EA1670F7}" type="slidenum">
              <a:rPr lang="nl-NL" smtClean="0"/>
              <a:t>‹nr.›</a:t>
            </a:fld>
            <a:endParaRPr lang="nl-NL"/>
          </a:p>
        </p:txBody>
      </p:sp>
    </p:spTree>
    <p:extLst>
      <p:ext uri="{BB962C8B-B14F-4D97-AF65-F5344CB8AC3E}">
        <p14:creationId xmlns:p14="http://schemas.microsoft.com/office/powerpoint/2010/main" val="387420562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e titel en tekst">
    <p:spTree>
      <p:nvGrpSpPr>
        <p:cNvPr id="1" name=""/>
        <p:cNvGrpSpPr/>
        <p:nvPr/>
      </p:nvGrpSpPr>
      <p:grpSpPr>
        <a:xfrm>
          <a:off x="0" y="0"/>
          <a:ext cx="0" cy="0"/>
          <a:chOff x="0" y="0"/>
          <a:chExt cx="0" cy="0"/>
        </a:xfrm>
      </p:grpSpPr>
      <p:sp>
        <p:nvSpPr>
          <p:cNvPr id="2" name="Verticale titel 1">
            <a:extLst>
              <a:ext uri="{FF2B5EF4-FFF2-40B4-BE49-F238E27FC236}">
                <a16:creationId xmlns:a16="http://schemas.microsoft.com/office/drawing/2014/main" id="{4CF56345-598F-2041-2A77-6006BFED156D}"/>
              </a:ext>
            </a:extLst>
          </p:cNvPr>
          <p:cNvSpPr>
            <a:spLocks noGrp="1"/>
          </p:cNvSpPr>
          <p:nvPr>
            <p:ph type="title" orient="vert"/>
          </p:nvPr>
        </p:nvSpPr>
        <p:spPr>
          <a:xfrm>
            <a:off x="8724900" y="365125"/>
            <a:ext cx="2628900" cy="5811838"/>
          </a:xfrm>
        </p:spPr>
        <p:txBody>
          <a:bodyPr vert="eaVert"/>
          <a:lstStyle/>
          <a:p>
            <a:r>
              <a:rPr lang="nl-NL"/>
              <a:t>Klik om stijl te bewerken</a:t>
            </a:r>
          </a:p>
        </p:txBody>
      </p:sp>
      <p:sp>
        <p:nvSpPr>
          <p:cNvPr id="3" name="Tijdelijke aanduiding voor verticale tekst 2">
            <a:extLst>
              <a:ext uri="{FF2B5EF4-FFF2-40B4-BE49-F238E27FC236}">
                <a16:creationId xmlns:a16="http://schemas.microsoft.com/office/drawing/2014/main" id="{E48BE8D6-83A3-AD91-1D4F-998B95C9D706}"/>
              </a:ext>
            </a:extLst>
          </p:cNvPr>
          <p:cNvSpPr>
            <a:spLocks noGrp="1"/>
          </p:cNvSpPr>
          <p:nvPr>
            <p:ph type="body" orient="vert" idx="1"/>
          </p:nvPr>
        </p:nvSpPr>
        <p:spPr>
          <a:xfrm>
            <a:off x="838200" y="365125"/>
            <a:ext cx="7734300" cy="5811838"/>
          </a:xfrm>
        </p:spPr>
        <p:txBody>
          <a:bodyPr vert="eaVert"/>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4" name="Tijdelijke aanduiding voor datum 3">
            <a:extLst>
              <a:ext uri="{FF2B5EF4-FFF2-40B4-BE49-F238E27FC236}">
                <a16:creationId xmlns:a16="http://schemas.microsoft.com/office/drawing/2014/main" id="{4483615A-45E9-6A13-81BF-5E52173FC39F}"/>
              </a:ext>
            </a:extLst>
          </p:cNvPr>
          <p:cNvSpPr>
            <a:spLocks noGrp="1"/>
          </p:cNvSpPr>
          <p:nvPr>
            <p:ph type="dt" sz="half" idx="10"/>
          </p:nvPr>
        </p:nvSpPr>
        <p:spPr/>
        <p:txBody>
          <a:bodyPr/>
          <a:lstStyle/>
          <a:p>
            <a:fld id="{5D765EF0-45CE-459E-A9A4-8B9744D71629}" type="datetimeFigureOut">
              <a:rPr lang="nl-NL" smtClean="0"/>
              <a:t>11-2-2026</a:t>
            </a:fld>
            <a:endParaRPr lang="nl-NL"/>
          </a:p>
        </p:txBody>
      </p:sp>
      <p:sp>
        <p:nvSpPr>
          <p:cNvPr id="5" name="Tijdelijke aanduiding voor voettekst 4">
            <a:extLst>
              <a:ext uri="{FF2B5EF4-FFF2-40B4-BE49-F238E27FC236}">
                <a16:creationId xmlns:a16="http://schemas.microsoft.com/office/drawing/2014/main" id="{14C5FB7F-1CE4-2F28-B648-99962149FAE5}"/>
              </a:ext>
            </a:extLst>
          </p:cNvPr>
          <p:cNvSpPr>
            <a:spLocks noGrp="1"/>
          </p:cNvSpPr>
          <p:nvPr>
            <p:ph type="ftr" sz="quarter" idx="11"/>
          </p:nvPr>
        </p:nvSpPr>
        <p:spPr/>
        <p:txBody>
          <a:bodyPr/>
          <a:lstStyle/>
          <a:p>
            <a:endParaRPr lang="nl-NL"/>
          </a:p>
        </p:txBody>
      </p:sp>
      <p:sp>
        <p:nvSpPr>
          <p:cNvPr id="6" name="Tijdelijke aanduiding voor dianummer 5">
            <a:extLst>
              <a:ext uri="{FF2B5EF4-FFF2-40B4-BE49-F238E27FC236}">
                <a16:creationId xmlns:a16="http://schemas.microsoft.com/office/drawing/2014/main" id="{E0115082-DB94-8425-B41D-913AABA3B5EE}"/>
              </a:ext>
            </a:extLst>
          </p:cNvPr>
          <p:cNvSpPr>
            <a:spLocks noGrp="1"/>
          </p:cNvSpPr>
          <p:nvPr>
            <p:ph type="sldNum" sz="quarter" idx="12"/>
          </p:nvPr>
        </p:nvSpPr>
        <p:spPr/>
        <p:txBody>
          <a:bodyPr/>
          <a:lstStyle/>
          <a:p>
            <a:fld id="{AE3F76C3-B13E-4AB3-A159-EEF5EA1670F7}" type="slidenum">
              <a:rPr lang="nl-NL" smtClean="0"/>
              <a:t>‹nr.›</a:t>
            </a:fld>
            <a:endParaRPr lang="nl-NL"/>
          </a:p>
        </p:txBody>
      </p:sp>
    </p:spTree>
    <p:extLst>
      <p:ext uri="{BB962C8B-B14F-4D97-AF65-F5344CB8AC3E}">
        <p14:creationId xmlns:p14="http://schemas.microsoft.com/office/powerpoint/2010/main" val="5573676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titel 1">
            <a:extLst>
              <a:ext uri="{FF2B5EF4-FFF2-40B4-BE49-F238E27FC236}">
                <a16:creationId xmlns:a16="http://schemas.microsoft.com/office/drawing/2014/main" id="{7A87CA02-2CA2-EE9F-BB56-200A8999261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nl-NL"/>
              <a:t>Klik om stijl te bewerken</a:t>
            </a:r>
          </a:p>
        </p:txBody>
      </p:sp>
      <p:sp>
        <p:nvSpPr>
          <p:cNvPr id="3" name="Tijdelijke aanduiding voor tekst 2">
            <a:extLst>
              <a:ext uri="{FF2B5EF4-FFF2-40B4-BE49-F238E27FC236}">
                <a16:creationId xmlns:a16="http://schemas.microsoft.com/office/drawing/2014/main" id="{E86F0290-7EAE-979C-849A-66012203F51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4" name="Tijdelijke aanduiding voor datum 3">
            <a:extLst>
              <a:ext uri="{FF2B5EF4-FFF2-40B4-BE49-F238E27FC236}">
                <a16:creationId xmlns:a16="http://schemas.microsoft.com/office/drawing/2014/main" id="{CAFD7216-E0EE-7D18-248E-2085E73723B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D765EF0-45CE-459E-A9A4-8B9744D71629}" type="datetimeFigureOut">
              <a:rPr lang="nl-NL" smtClean="0"/>
              <a:t>11-2-2026</a:t>
            </a:fld>
            <a:endParaRPr lang="nl-NL"/>
          </a:p>
        </p:txBody>
      </p:sp>
      <p:sp>
        <p:nvSpPr>
          <p:cNvPr id="5" name="Tijdelijke aanduiding voor voettekst 4">
            <a:extLst>
              <a:ext uri="{FF2B5EF4-FFF2-40B4-BE49-F238E27FC236}">
                <a16:creationId xmlns:a16="http://schemas.microsoft.com/office/drawing/2014/main" id="{B2C35A8A-8B43-A437-3108-AFBB89C21DF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nl-NL"/>
          </a:p>
        </p:txBody>
      </p:sp>
      <p:sp>
        <p:nvSpPr>
          <p:cNvPr id="6" name="Tijdelijke aanduiding voor dianummer 5">
            <a:extLst>
              <a:ext uri="{FF2B5EF4-FFF2-40B4-BE49-F238E27FC236}">
                <a16:creationId xmlns:a16="http://schemas.microsoft.com/office/drawing/2014/main" id="{B44A5442-1834-54F7-D8A8-F883100B141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E3F76C3-B13E-4AB3-A159-EEF5EA1670F7}" type="slidenum">
              <a:rPr lang="nl-NL" smtClean="0"/>
              <a:t>‹nr.›</a:t>
            </a:fld>
            <a:endParaRPr lang="nl-NL"/>
          </a:p>
        </p:txBody>
      </p:sp>
    </p:spTree>
    <p:extLst>
      <p:ext uri="{BB962C8B-B14F-4D97-AF65-F5344CB8AC3E}">
        <p14:creationId xmlns:p14="http://schemas.microsoft.com/office/powerpoint/2010/main" val="26798870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forms.office.com/Pages/ResponsePage.aspx?id=GqvfaLsRxky-tSjXVphPtnx_QMdHsqFBhHHfEa3xZgpUMVFDRzZYT0Y0R0IxWVYzUEJBRVg1TDdDMy4u" TargetMode="External"/><Relationship Id="rId2" Type="http://schemas.openxmlformats.org/officeDocument/2006/relationships/hyperlink" Target="https://amsterdamumc.github.io/rum-umc/" TargetMode="Externa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5.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5.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hyperlink" Target="https://inforiver.com/insights/data-storytelling-vs-data-visualization/"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E40EC19-9A36-08A0-14EC-565790178BBD}"/>
              </a:ext>
            </a:extLst>
          </p:cNvPr>
          <p:cNvSpPr>
            <a:spLocks noGrp="1"/>
          </p:cNvSpPr>
          <p:nvPr>
            <p:ph type="title"/>
          </p:nvPr>
        </p:nvSpPr>
        <p:spPr/>
        <p:txBody>
          <a:bodyPr/>
          <a:lstStyle/>
          <a:p>
            <a:r>
              <a:rPr lang="nl-NL" err="1"/>
              <a:t>Announcements</a:t>
            </a:r>
            <a:endParaRPr lang="nl-NL"/>
          </a:p>
        </p:txBody>
      </p:sp>
      <p:sp>
        <p:nvSpPr>
          <p:cNvPr id="3" name="Tijdelijke aanduiding voor inhoud 2">
            <a:extLst>
              <a:ext uri="{FF2B5EF4-FFF2-40B4-BE49-F238E27FC236}">
                <a16:creationId xmlns:a16="http://schemas.microsoft.com/office/drawing/2014/main" id="{1EB28716-AF5B-545C-948B-B2F94866DB1E}"/>
              </a:ext>
            </a:extLst>
          </p:cNvPr>
          <p:cNvSpPr>
            <a:spLocks noGrp="1"/>
          </p:cNvSpPr>
          <p:nvPr>
            <p:ph idx="1"/>
          </p:nvPr>
        </p:nvSpPr>
        <p:spPr/>
        <p:txBody>
          <a:bodyPr/>
          <a:lstStyle/>
          <a:p>
            <a:r>
              <a:rPr lang="nl-NL"/>
              <a:t>New website:</a:t>
            </a:r>
          </a:p>
          <a:p>
            <a:pPr lvl="1"/>
            <a:r>
              <a:rPr lang="nl-NL">
                <a:hlinkClick r:id="rId2"/>
              </a:rPr>
              <a:t>https://amsterdamumc.github.io/rum-umc/</a:t>
            </a:r>
            <a:r>
              <a:rPr lang="nl-NL"/>
              <a:t> </a:t>
            </a:r>
          </a:p>
          <a:p>
            <a:endParaRPr lang="nl-NL"/>
          </a:p>
          <a:p>
            <a:r>
              <a:rPr lang="nl-NL"/>
              <a:t>R user meet survey</a:t>
            </a:r>
          </a:p>
          <a:p>
            <a:pPr lvl="1"/>
            <a:r>
              <a:rPr lang="nl-NL" err="1"/>
              <a:t>Your</a:t>
            </a:r>
            <a:r>
              <a:rPr lang="nl-NL"/>
              <a:t> input is </a:t>
            </a:r>
            <a:r>
              <a:rPr lang="nl-NL" err="1"/>
              <a:t>really</a:t>
            </a:r>
            <a:r>
              <a:rPr lang="nl-NL"/>
              <a:t> </a:t>
            </a:r>
            <a:r>
              <a:rPr lang="nl-NL" err="1"/>
              <a:t>appreciated</a:t>
            </a:r>
            <a:r>
              <a:rPr lang="nl-NL"/>
              <a:t>!</a:t>
            </a:r>
          </a:p>
          <a:p>
            <a:pPr lvl="1"/>
            <a:r>
              <a:rPr lang="en-US" u="sng">
                <a:hlinkClick r:id="rId3"/>
              </a:rPr>
              <a:t>https://forms.office.com/Pages/ResponsePage.aspx?id=GqvfaLsRxky-tSjXVphPtnx_QMdHsqFBhHHfEa3xZgpUMVFDRzZYT0Y0R0IxWVYzUEJBRVg1TDdDMy4u</a:t>
            </a:r>
            <a:endParaRPr lang="nl-NL"/>
          </a:p>
          <a:p>
            <a:pPr lvl="1"/>
            <a:endParaRPr lang="nl-NL"/>
          </a:p>
        </p:txBody>
      </p:sp>
    </p:spTree>
    <p:extLst>
      <p:ext uri="{BB962C8B-B14F-4D97-AF65-F5344CB8AC3E}">
        <p14:creationId xmlns:p14="http://schemas.microsoft.com/office/powerpoint/2010/main" val="397704634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15D187D-4215-DD7C-9E69-617215442EF5}"/>
              </a:ext>
            </a:extLst>
          </p:cNvPr>
          <p:cNvSpPr>
            <a:spLocks noGrp="1"/>
          </p:cNvSpPr>
          <p:nvPr>
            <p:ph type="ctrTitle"/>
          </p:nvPr>
        </p:nvSpPr>
        <p:spPr/>
        <p:txBody>
          <a:bodyPr/>
          <a:lstStyle/>
          <a:p>
            <a:r>
              <a:rPr lang="nl-NL"/>
              <a:t>Story telling </a:t>
            </a:r>
            <a:r>
              <a:rPr lang="nl-NL" err="1"/>
              <a:t>using</a:t>
            </a:r>
            <a:r>
              <a:rPr lang="nl-NL"/>
              <a:t> R</a:t>
            </a:r>
          </a:p>
        </p:txBody>
      </p:sp>
      <p:sp>
        <p:nvSpPr>
          <p:cNvPr id="3" name="Ondertitel 2">
            <a:extLst>
              <a:ext uri="{FF2B5EF4-FFF2-40B4-BE49-F238E27FC236}">
                <a16:creationId xmlns:a16="http://schemas.microsoft.com/office/drawing/2014/main" id="{BF3F2F2A-AF32-6591-88BB-62FD45B60419}"/>
              </a:ext>
            </a:extLst>
          </p:cNvPr>
          <p:cNvSpPr>
            <a:spLocks noGrp="1"/>
          </p:cNvSpPr>
          <p:nvPr>
            <p:ph type="subTitle" idx="1"/>
          </p:nvPr>
        </p:nvSpPr>
        <p:spPr/>
        <p:txBody>
          <a:bodyPr/>
          <a:lstStyle/>
          <a:p>
            <a:r>
              <a:rPr lang="nl-NL"/>
              <a:t>R User Meet | 11 Feb 2026 | Merel Postema</a:t>
            </a:r>
          </a:p>
        </p:txBody>
      </p:sp>
    </p:spTree>
    <p:extLst>
      <p:ext uri="{BB962C8B-B14F-4D97-AF65-F5344CB8AC3E}">
        <p14:creationId xmlns:p14="http://schemas.microsoft.com/office/powerpoint/2010/main" val="19542416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F699621-37BF-0A35-B5B5-630AA949DA55}"/>
              </a:ext>
            </a:extLst>
          </p:cNvPr>
          <p:cNvSpPr>
            <a:spLocks noGrp="1"/>
          </p:cNvSpPr>
          <p:nvPr>
            <p:ph type="title"/>
          </p:nvPr>
        </p:nvSpPr>
        <p:spPr/>
        <p:txBody>
          <a:bodyPr/>
          <a:lstStyle/>
          <a:p>
            <a:r>
              <a:rPr lang="nl-NL"/>
              <a:t>Storytelling </a:t>
            </a:r>
            <a:r>
              <a:rPr lang="nl-NL" err="1"/>
              <a:t>vs</a:t>
            </a:r>
            <a:r>
              <a:rPr lang="nl-NL"/>
              <a:t> data </a:t>
            </a:r>
            <a:r>
              <a:rPr lang="nl-NL" err="1"/>
              <a:t>visualization</a:t>
            </a:r>
            <a:endParaRPr lang="nl-NL"/>
          </a:p>
        </p:txBody>
      </p:sp>
      <p:sp>
        <p:nvSpPr>
          <p:cNvPr id="3" name="Tijdelijke aanduiding voor inhoud 2">
            <a:extLst>
              <a:ext uri="{FF2B5EF4-FFF2-40B4-BE49-F238E27FC236}">
                <a16:creationId xmlns:a16="http://schemas.microsoft.com/office/drawing/2014/main" id="{69910C43-391B-5788-68B6-AAD78F221CEE}"/>
              </a:ext>
            </a:extLst>
          </p:cNvPr>
          <p:cNvSpPr>
            <a:spLocks noGrp="1"/>
          </p:cNvSpPr>
          <p:nvPr>
            <p:ph idx="1"/>
          </p:nvPr>
        </p:nvSpPr>
        <p:spPr/>
        <p:txBody>
          <a:bodyPr/>
          <a:lstStyle/>
          <a:p>
            <a:r>
              <a:rPr lang="nl-NL" err="1"/>
              <a:t>Purpose</a:t>
            </a:r>
            <a:r>
              <a:rPr lang="nl-NL"/>
              <a:t> </a:t>
            </a:r>
          </a:p>
          <a:p>
            <a:pPr lvl="1"/>
            <a:r>
              <a:rPr lang="nl-NL" err="1"/>
              <a:t>Exploratory</a:t>
            </a:r>
            <a:r>
              <a:rPr lang="nl-NL"/>
              <a:t>: </a:t>
            </a:r>
            <a:r>
              <a:rPr lang="nl-NL" err="1"/>
              <a:t>seeks</a:t>
            </a:r>
            <a:r>
              <a:rPr lang="nl-NL"/>
              <a:t> </a:t>
            </a:r>
            <a:r>
              <a:rPr lang="nl-NL" err="1"/>
              <a:t>to</a:t>
            </a:r>
            <a:r>
              <a:rPr lang="nl-NL"/>
              <a:t> </a:t>
            </a:r>
            <a:r>
              <a:rPr lang="nl-NL" err="1"/>
              <a:t>find</a:t>
            </a:r>
            <a:r>
              <a:rPr lang="nl-NL"/>
              <a:t> </a:t>
            </a:r>
            <a:r>
              <a:rPr lang="nl-NL" err="1"/>
              <a:t>insights</a:t>
            </a:r>
            <a:endParaRPr lang="nl-NL"/>
          </a:p>
          <a:p>
            <a:pPr lvl="1"/>
            <a:r>
              <a:rPr lang="nl-NL" err="1"/>
              <a:t>Explanatory</a:t>
            </a:r>
            <a:r>
              <a:rPr lang="nl-NL"/>
              <a:t>: </a:t>
            </a:r>
            <a:r>
              <a:rPr lang="nl-NL" err="1"/>
              <a:t>seeks</a:t>
            </a:r>
            <a:r>
              <a:rPr lang="nl-NL"/>
              <a:t> </a:t>
            </a:r>
            <a:r>
              <a:rPr lang="nl-NL" err="1"/>
              <a:t>to</a:t>
            </a:r>
            <a:r>
              <a:rPr lang="nl-NL"/>
              <a:t> make a </a:t>
            </a:r>
            <a:r>
              <a:rPr lang="nl-NL" err="1"/>
              <a:t>specific</a:t>
            </a:r>
            <a:r>
              <a:rPr lang="nl-NL"/>
              <a:t> </a:t>
            </a:r>
            <a:r>
              <a:rPr lang="nl-NL" err="1"/>
              <a:t>insight</a:t>
            </a:r>
            <a:r>
              <a:rPr lang="nl-NL"/>
              <a:t> </a:t>
            </a:r>
            <a:r>
              <a:rPr lang="nl-NL" err="1"/>
              <a:t>clear</a:t>
            </a:r>
            <a:r>
              <a:rPr lang="nl-NL"/>
              <a:t> </a:t>
            </a:r>
            <a:r>
              <a:rPr lang="nl-NL" err="1"/>
              <a:t>and</a:t>
            </a:r>
            <a:r>
              <a:rPr lang="nl-NL"/>
              <a:t> </a:t>
            </a:r>
            <a:r>
              <a:rPr lang="nl-NL" err="1"/>
              <a:t>understandable</a:t>
            </a:r>
            <a:endParaRPr lang="nl-NL"/>
          </a:p>
          <a:p>
            <a:pPr lvl="1"/>
            <a:endParaRPr lang="nl-NL"/>
          </a:p>
          <a:p>
            <a:pPr marL="457200" lvl="1" indent="0">
              <a:buNone/>
            </a:pPr>
            <a:endParaRPr lang="nl-NL"/>
          </a:p>
        </p:txBody>
      </p:sp>
      <p:pic>
        <p:nvPicPr>
          <p:cNvPr id="5" name="Afbeelding 4">
            <a:extLst>
              <a:ext uri="{FF2B5EF4-FFF2-40B4-BE49-F238E27FC236}">
                <a16:creationId xmlns:a16="http://schemas.microsoft.com/office/drawing/2014/main" id="{202DBD3D-16FC-4720-BD63-A023C75A3A7F}"/>
              </a:ext>
            </a:extLst>
          </p:cNvPr>
          <p:cNvPicPr>
            <a:picLocks noChangeAspect="1"/>
          </p:cNvPicPr>
          <p:nvPr/>
        </p:nvPicPr>
        <p:blipFill>
          <a:blip r:embed="rId3"/>
          <a:stretch>
            <a:fillRect/>
          </a:stretch>
        </p:blipFill>
        <p:spPr>
          <a:xfrm>
            <a:off x="2077030" y="3202394"/>
            <a:ext cx="6583680" cy="2801998"/>
          </a:xfrm>
          <a:prstGeom prst="rect">
            <a:avLst/>
          </a:prstGeom>
        </p:spPr>
      </p:pic>
    </p:spTree>
    <p:extLst>
      <p:ext uri="{BB962C8B-B14F-4D97-AF65-F5344CB8AC3E}">
        <p14:creationId xmlns:p14="http://schemas.microsoft.com/office/powerpoint/2010/main" val="1295881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C33361F-8F00-AEA2-948F-AEEF575633B3}"/>
              </a:ext>
            </a:extLst>
          </p:cNvPr>
          <p:cNvSpPr>
            <a:spLocks noGrp="1"/>
          </p:cNvSpPr>
          <p:nvPr>
            <p:ph type="title"/>
          </p:nvPr>
        </p:nvSpPr>
        <p:spPr/>
        <p:txBody>
          <a:bodyPr/>
          <a:lstStyle/>
          <a:p>
            <a:r>
              <a:rPr lang="en-US"/>
              <a:t>With storytelling, we already have a </a:t>
            </a:r>
            <a:r>
              <a:rPr lang="en-US" i="1"/>
              <a:t>central insight </a:t>
            </a:r>
            <a:r>
              <a:rPr lang="en-US"/>
              <a:t>which we want to elucidate. </a:t>
            </a:r>
            <a:endParaRPr lang="nl-NL"/>
          </a:p>
        </p:txBody>
      </p:sp>
      <p:sp>
        <p:nvSpPr>
          <p:cNvPr id="3" name="Tijdelijke aanduiding voor tekst 2">
            <a:extLst>
              <a:ext uri="{FF2B5EF4-FFF2-40B4-BE49-F238E27FC236}">
                <a16:creationId xmlns:a16="http://schemas.microsoft.com/office/drawing/2014/main" id="{2361C716-C13A-F2FC-D0F4-F2351C708C7B}"/>
              </a:ext>
            </a:extLst>
          </p:cNvPr>
          <p:cNvSpPr>
            <a:spLocks noGrp="1"/>
          </p:cNvSpPr>
          <p:nvPr>
            <p:ph type="body" idx="1"/>
          </p:nvPr>
        </p:nvSpPr>
        <p:spPr/>
        <p:txBody>
          <a:bodyPr/>
          <a:lstStyle/>
          <a:p>
            <a:r>
              <a:rPr lang="nl-NL" err="1"/>
              <a:t>Exploratory</a:t>
            </a:r>
            <a:r>
              <a:rPr lang="nl-NL"/>
              <a:t> (</a:t>
            </a:r>
            <a:r>
              <a:rPr lang="nl-NL" err="1"/>
              <a:t>visualization</a:t>
            </a:r>
            <a:r>
              <a:rPr lang="nl-NL"/>
              <a:t>)</a:t>
            </a:r>
          </a:p>
        </p:txBody>
      </p:sp>
      <p:sp>
        <p:nvSpPr>
          <p:cNvPr id="5" name="Tijdelijke aanduiding voor tekst 4">
            <a:extLst>
              <a:ext uri="{FF2B5EF4-FFF2-40B4-BE49-F238E27FC236}">
                <a16:creationId xmlns:a16="http://schemas.microsoft.com/office/drawing/2014/main" id="{BC1CE256-ED1D-C178-2972-113792C53A99}"/>
              </a:ext>
            </a:extLst>
          </p:cNvPr>
          <p:cNvSpPr>
            <a:spLocks noGrp="1"/>
          </p:cNvSpPr>
          <p:nvPr>
            <p:ph type="body" sz="quarter" idx="3"/>
          </p:nvPr>
        </p:nvSpPr>
        <p:spPr/>
        <p:txBody>
          <a:bodyPr/>
          <a:lstStyle/>
          <a:p>
            <a:r>
              <a:rPr lang="nl-NL" err="1"/>
              <a:t>Explanatory</a:t>
            </a:r>
            <a:r>
              <a:rPr lang="nl-NL"/>
              <a:t> (</a:t>
            </a:r>
            <a:r>
              <a:rPr lang="nl-NL" err="1"/>
              <a:t>visualization</a:t>
            </a:r>
            <a:r>
              <a:rPr lang="nl-NL"/>
              <a:t>/storytelling)</a:t>
            </a:r>
          </a:p>
        </p:txBody>
      </p:sp>
      <p:pic>
        <p:nvPicPr>
          <p:cNvPr id="9" name="Tijdelijke aanduiding voor inhoud 8">
            <a:extLst>
              <a:ext uri="{FF2B5EF4-FFF2-40B4-BE49-F238E27FC236}">
                <a16:creationId xmlns:a16="http://schemas.microsoft.com/office/drawing/2014/main" id="{0020B32C-08A9-AB3F-8BBC-3CE1553AFC27}"/>
              </a:ext>
            </a:extLst>
          </p:cNvPr>
          <p:cNvPicPr>
            <a:picLocks noGrp="1" noChangeAspect="1"/>
          </p:cNvPicPr>
          <p:nvPr>
            <p:ph sz="quarter" idx="4"/>
          </p:nvPr>
        </p:nvPicPr>
        <p:blipFill>
          <a:blip r:embed="rId3"/>
          <a:stretch>
            <a:fillRect/>
          </a:stretch>
        </p:blipFill>
        <p:spPr>
          <a:xfrm>
            <a:off x="6172200" y="2708055"/>
            <a:ext cx="5183188" cy="3278627"/>
          </a:xfrm>
          <a:prstGeom prst="rect">
            <a:avLst/>
          </a:prstGeom>
        </p:spPr>
      </p:pic>
      <p:pic>
        <p:nvPicPr>
          <p:cNvPr id="7" name="Tijdelijke aanduiding voor inhoud 4">
            <a:extLst>
              <a:ext uri="{FF2B5EF4-FFF2-40B4-BE49-F238E27FC236}">
                <a16:creationId xmlns:a16="http://schemas.microsoft.com/office/drawing/2014/main" id="{0255EC79-3FAC-559A-775E-DBAB8C557C07}"/>
              </a:ext>
            </a:extLst>
          </p:cNvPr>
          <p:cNvPicPr>
            <a:picLocks noGrp="1" noChangeAspect="1"/>
          </p:cNvPicPr>
          <p:nvPr>
            <p:ph sz="half" idx="2"/>
          </p:nvPr>
        </p:nvPicPr>
        <p:blipFill>
          <a:blip r:embed="rId4"/>
          <a:stretch>
            <a:fillRect/>
          </a:stretch>
        </p:blipFill>
        <p:spPr>
          <a:xfrm>
            <a:off x="879914" y="2818393"/>
            <a:ext cx="5077534" cy="3057952"/>
          </a:xfrm>
          <a:prstGeom prst="rect">
            <a:avLst/>
          </a:prstGeom>
        </p:spPr>
      </p:pic>
    </p:spTree>
    <p:extLst>
      <p:ext uri="{BB962C8B-B14F-4D97-AF65-F5344CB8AC3E}">
        <p14:creationId xmlns:p14="http://schemas.microsoft.com/office/powerpoint/2010/main" val="6300124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13F76B-1469-7AF8-C52C-FBE7F5899BA3}"/>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7C83D3D9-4197-D393-71AD-17B993F05380}"/>
              </a:ext>
            </a:extLst>
          </p:cNvPr>
          <p:cNvSpPr>
            <a:spLocks noGrp="1"/>
          </p:cNvSpPr>
          <p:nvPr>
            <p:ph type="title"/>
          </p:nvPr>
        </p:nvSpPr>
        <p:spPr/>
        <p:txBody>
          <a:bodyPr/>
          <a:lstStyle/>
          <a:p>
            <a:r>
              <a:rPr lang="en-US"/>
              <a:t>With storytelling, we already have a </a:t>
            </a:r>
            <a:r>
              <a:rPr lang="en-US" i="1"/>
              <a:t>central insight</a:t>
            </a:r>
            <a:r>
              <a:rPr lang="en-US"/>
              <a:t> which we want to elucidate. </a:t>
            </a:r>
            <a:endParaRPr lang="nl-NL"/>
          </a:p>
        </p:txBody>
      </p:sp>
      <p:sp>
        <p:nvSpPr>
          <p:cNvPr id="3" name="Tijdelijke aanduiding voor tekst 2">
            <a:extLst>
              <a:ext uri="{FF2B5EF4-FFF2-40B4-BE49-F238E27FC236}">
                <a16:creationId xmlns:a16="http://schemas.microsoft.com/office/drawing/2014/main" id="{B16FE892-5329-B33E-1A0A-672AEE74E6C0}"/>
              </a:ext>
            </a:extLst>
          </p:cNvPr>
          <p:cNvSpPr>
            <a:spLocks noGrp="1"/>
          </p:cNvSpPr>
          <p:nvPr>
            <p:ph type="body" idx="1"/>
          </p:nvPr>
        </p:nvSpPr>
        <p:spPr/>
        <p:txBody>
          <a:bodyPr/>
          <a:lstStyle/>
          <a:p>
            <a:r>
              <a:rPr lang="nl-NL" err="1"/>
              <a:t>Exploratory</a:t>
            </a:r>
            <a:r>
              <a:rPr lang="nl-NL"/>
              <a:t> (</a:t>
            </a:r>
            <a:r>
              <a:rPr lang="nl-NL" err="1"/>
              <a:t>visualization</a:t>
            </a:r>
            <a:r>
              <a:rPr lang="nl-NL"/>
              <a:t>)</a:t>
            </a:r>
          </a:p>
        </p:txBody>
      </p:sp>
      <p:sp>
        <p:nvSpPr>
          <p:cNvPr id="5" name="Tijdelijke aanduiding voor tekst 4">
            <a:extLst>
              <a:ext uri="{FF2B5EF4-FFF2-40B4-BE49-F238E27FC236}">
                <a16:creationId xmlns:a16="http://schemas.microsoft.com/office/drawing/2014/main" id="{A31BF397-57B8-F405-47FD-674EBA82B9B9}"/>
              </a:ext>
            </a:extLst>
          </p:cNvPr>
          <p:cNvSpPr>
            <a:spLocks noGrp="1"/>
          </p:cNvSpPr>
          <p:nvPr>
            <p:ph type="body" sz="quarter" idx="3"/>
          </p:nvPr>
        </p:nvSpPr>
        <p:spPr/>
        <p:txBody>
          <a:bodyPr/>
          <a:lstStyle/>
          <a:p>
            <a:r>
              <a:rPr lang="nl-NL" err="1"/>
              <a:t>Explanatory</a:t>
            </a:r>
            <a:r>
              <a:rPr lang="nl-NL"/>
              <a:t> (</a:t>
            </a:r>
            <a:r>
              <a:rPr lang="nl-NL" err="1"/>
              <a:t>visualization</a:t>
            </a:r>
            <a:r>
              <a:rPr lang="nl-NL"/>
              <a:t>/storytelling)</a:t>
            </a:r>
          </a:p>
        </p:txBody>
      </p:sp>
      <p:pic>
        <p:nvPicPr>
          <p:cNvPr id="7" name="Tijdelijke aanduiding voor inhoud 4">
            <a:extLst>
              <a:ext uri="{FF2B5EF4-FFF2-40B4-BE49-F238E27FC236}">
                <a16:creationId xmlns:a16="http://schemas.microsoft.com/office/drawing/2014/main" id="{552401A7-0D05-E99F-DFA8-4AAEBBBB5A9F}"/>
              </a:ext>
            </a:extLst>
          </p:cNvPr>
          <p:cNvPicPr>
            <a:picLocks noGrp="1" noChangeAspect="1"/>
          </p:cNvPicPr>
          <p:nvPr>
            <p:ph sz="half" idx="2"/>
          </p:nvPr>
        </p:nvPicPr>
        <p:blipFill>
          <a:blip r:embed="rId3"/>
          <a:stretch>
            <a:fillRect/>
          </a:stretch>
        </p:blipFill>
        <p:spPr>
          <a:xfrm>
            <a:off x="879914" y="2818393"/>
            <a:ext cx="5077534" cy="3057952"/>
          </a:xfrm>
          <a:prstGeom prst="rect">
            <a:avLst/>
          </a:prstGeom>
        </p:spPr>
      </p:pic>
      <p:pic>
        <p:nvPicPr>
          <p:cNvPr id="10" name="Tijdelijke aanduiding voor inhoud 9">
            <a:extLst>
              <a:ext uri="{FF2B5EF4-FFF2-40B4-BE49-F238E27FC236}">
                <a16:creationId xmlns:a16="http://schemas.microsoft.com/office/drawing/2014/main" id="{7CF20FEB-1193-2D94-6FDA-75DA5565B221}"/>
              </a:ext>
            </a:extLst>
          </p:cNvPr>
          <p:cNvPicPr>
            <a:picLocks noGrp="1" noChangeAspect="1"/>
          </p:cNvPicPr>
          <p:nvPr>
            <p:ph sz="quarter" idx="4"/>
          </p:nvPr>
        </p:nvPicPr>
        <p:blipFill>
          <a:blip r:embed="rId4"/>
          <a:stretch>
            <a:fillRect/>
          </a:stretch>
        </p:blipFill>
        <p:spPr>
          <a:xfrm>
            <a:off x="6172200" y="2720863"/>
            <a:ext cx="5183188" cy="3253012"/>
          </a:xfrm>
          <a:prstGeom prst="rect">
            <a:avLst/>
          </a:prstGeom>
        </p:spPr>
      </p:pic>
    </p:spTree>
    <p:extLst>
      <p:ext uri="{BB962C8B-B14F-4D97-AF65-F5344CB8AC3E}">
        <p14:creationId xmlns:p14="http://schemas.microsoft.com/office/powerpoint/2010/main" val="1226444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E01588B-9460-0399-DC95-E912CDE68D7F}"/>
              </a:ext>
            </a:extLst>
          </p:cNvPr>
          <p:cNvSpPr>
            <a:spLocks noGrp="1"/>
          </p:cNvSpPr>
          <p:nvPr>
            <p:ph type="title"/>
          </p:nvPr>
        </p:nvSpPr>
        <p:spPr/>
        <p:txBody>
          <a:bodyPr/>
          <a:lstStyle/>
          <a:p>
            <a:r>
              <a:rPr lang="nl-NL" i="1"/>
              <a:t>Attention</a:t>
            </a:r>
            <a:r>
              <a:rPr lang="nl-NL"/>
              <a:t> </a:t>
            </a:r>
            <a:r>
              <a:rPr lang="nl-NL" err="1"/>
              <a:t>to</a:t>
            </a:r>
            <a:r>
              <a:rPr lang="nl-NL"/>
              <a:t> a </a:t>
            </a:r>
            <a:r>
              <a:rPr lang="nl-NL" i="1"/>
              <a:t>single </a:t>
            </a:r>
            <a:r>
              <a:rPr lang="nl-NL" i="1" err="1"/>
              <a:t>insight</a:t>
            </a:r>
            <a:r>
              <a:rPr lang="nl-NL" i="1"/>
              <a:t> </a:t>
            </a:r>
            <a:r>
              <a:rPr lang="nl-NL"/>
              <a:t>is </a:t>
            </a:r>
            <a:r>
              <a:rPr lang="nl-NL" err="1"/>
              <a:t>one</a:t>
            </a:r>
            <a:r>
              <a:rPr lang="nl-NL"/>
              <a:t> of </a:t>
            </a:r>
            <a:r>
              <a:rPr lang="nl-NL" err="1"/>
              <a:t>the</a:t>
            </a:r>
            <a:r>
              <a:rPr lang="nl-NL"/>
              <a:t> </a:t>
            </a:r>
            <a:r>
              <a:rPr lang="nl-NL" err="1"/>
              <a:t>characteristics</a:t>
            </a:r>
            <a:r>
              <a:rPr lang="nl-NL"/>
              <a:t> of a </a:t>
            </a:r>
            <a:r>
              <a:rPr lang="nl-NL" err="1"/>
              <a:t>good</a:t>
            </a:r>
            <a:r>
              <a:rPr lang="nl-NL"/>
              <a:t> story</a:t>
            </a:r>
          </a:p>
        </p:txBody>
      </p:sp>
      <p:sp>
        <p:nvSpPr>
          <p:cNvPr id="7" name="Tijdelijke aanduiding voor inhoud 6">
            <a:extLst>
              <a:ext uri="{FF2B5EF4-FFF2-40B4-BE49-F238E27FC236}">
                <a16:creationId xmlns:a16="http://schemas.microsoft.com/office/drawing/2014/main" id="{9DD4DD66-36B2-6C31-8534-19A76A7E4BD6}"/>
              </a:ext>
            </a:extLst>
          </p:cNvPr>
          <p:cNvSpPr>
            <a:spLocks noGrp="1"/>
          </p:cNvSpPr>
          <p:nvPr>
            <p:ph idx="1"/>
          </p:nvPr>
        </p:nvSpPr>
        <p:spPr/>
        <p:txBody>
          <a:bodyPr/>
          <a:lstStyle/>
          <a:p>
            <a:r>
              <a:rPr lang="nl-NL" err="1"/>
              <a:t>Besides</a:t>
            </a:r>
            <a:r>
              <a:rPr lang="nl-NL"/>
              <a:t>, </a:t>
            </a:r>
            <a:r>
              <a:rPr lang="nl-NL" err="1"/>
              <a:t>color</a:t>
            </a:r>
            <a:r>
              <a:rPr lang="nl-NL"/>
              <a:t>, </a:t>
            </a:r>
            <a:r>
              <a:rPr lang="nl-NL" err="1"/>
              <a:t>what</a:t>
            </a:r>
            <a:r>
              <a:rPr lang="nl-NL"/>
              <a:t> </a:t>
            </a:r>
            <a:r>
              <a:rPr lang="nl-NL" err="1"/>
              <a:t>other</a:t>
            </a:r>
            <a:r>
              <a:rPr lang="nl-NL"/>
              <a:t> </a:t>
            </a:r>
            <a:r>
              <a:rPr lang="nl-NL" err="1"/>
              <a:t>attributes</a:t>
            </a:r>
            <a:r>
              <a:rPr lang="nl-NL"/>
              <a:t> </a:t>
            </a:r>
            <a:r>
              <a:rPr lang="nl-NL" err="1"/>
              <a:t>can</a:t>
            </a:r>
            <a:r>
              <a:rPr lang="nl-NL"/>
              <a:t> </a:t>
            </a:r>
            <a:r>
              <a:rPr lang="nl-NL" err="1"/>
              <a:t>be</a:t>
            </a:r>
            <a:r>
              <a:rPr lang="nl-NL"/>
              <a:t> </a:t>
            </a:r>
            <a:r>
              <a:rPr lang="nl-NL" err="1"/>
              <a:t>used</a:t>
            </a:r>
            <a:r>
              <a:rPr lang="nl-NL"/>
              <a:t> </a:t>
            </a:r>
            <a:r>
              <a:rPr lang="nl-NL" err="1"/>
              <a:t>to</a:t>
            </a:r>
            <a:r>
              <a:rPr lang="nl-NL"/>
              <a:t> draw </a:t>
            </a:r>
            <a:r>
              <a:rPr lang="nl-NL" err="1"/>
              <a:t>the</a:t>
            </a:r>
            <a:r>
              <a:rPr lang="nl-NL"/>
              <a:t> </a:t>
            </a:r>
            <a:r>
              <a:rPr lang="nl-NL" err="1"/>
              <a:t>eye</a:t>
            </a:r>
            <a:r>
              <a:rPr lang="nl-NL"/>
              <a:t>?</a:t>
            </a:r>
          </a:p>
          <a:p>
            <a:pPr lvl="1"/>
            <a:r>
              <a:rPr lang="nl-NL" err="1"/>
              <a:t>Lenght</a:t>
            </a:r>
            <a:endParaRPr lang="nl-NL"/>
          </a:p>
          <a:p>
            <a:pPr lvl="1"/>
            <a:r>
              <a:rPr lang="nl-NL" err="1"/>
              <a:t>Width</a:t>
            </a:r>
            <a:endParaRPr lang="nl-NL"/>
          </a:p>
          <a:p>
            <a:pPr lvl="1"/>
            <a:r>
              <a:rPr lang="nl-NL" err="1"/>
              <a:t>Orientation</a:t>
            </a:r>
            <a:endParaRPr lang="nl-NL"/>
          </a:p>
          <a:p>
            <a:pPr lvl="1"/>
            <a:r>
              <a:rPr lang="nl-NL" err="1"/>
              <a:t>Size</a:t>
            </a:r>
            <a:endParaRPr lang="nl-NL"/>
          </a:p>
          <a:p>
            <a:pPr lvl="1"/>
            <a:r>
              <a:rPr lang="nl-NL" err="1"/>
              <a:t>Position</a:t>
            </a:r>
            <a:endParaRPr lang="nl-NL"/>
          </a:p>
          <a:p>
            <a:pPr lvl="1"/>
            <a:r>
              <a:rPr lang="nl-NL" err="1"/>
              <a:t>Curvature</a:t>
            </a:r>
            <a:endParaRPr lang="nl-NL"/>
          </a:p>
          <a:p>
            <a:pPr lvl="1"/>
            <a:endParaRPr lang="nl-NL"/>
          </a:p>
        </p:txBody>
      </p:sp>
    </p:spTree>
    <p:extLst>
      <p:ext uri="{BB962C8B-B14F-4D97-AF65-F5344CB8AC3E}">
        <p14:creationId xmlns:p14="http://schemas.microsoft.com/office/powerpoint/2010/main" val="20006229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D3138B1-83FA-CA2D-E614-DCD73C525083}"/>
              </a:ext>
            </a:extLst>
          </p:cNvPr>
          <p:cNvSpPr>
            <a:spLocks noGrp="1"/>
          </p:cNvSpPr>
          <p:nvPr>
            <p:ph type="title"/>
          </p:nvPr>
        </p:nvSpPr>
        <p:spPr/>
        <p:txBody>
          <a:bodyPr/>
          <a:lstStyle/>
          <a:p>
            <a:r>
              <a:rPr lang="nl-NL"/>
              <a:t>How </a:t>
            </a:r>
            <a:r>
              <a:rPr lang="nl-NL" err="1"/>
              <a:t>to</a:t>
            </a:r>
            <a:r>
              <a:rPr lang="nl-NL"/>
              <a:t> </a:t>
            </a:r>
            <a:r>
              <a:rPr lang="nl-NL" err="1"/>
              <a:t>accomplish</a:t>
            </a:r>
            <a:r>
              <a:rPr lang="nl-NL"/>
              <a:t> </a:t>
            </a:r>
            <a:r>
              <a:rPr lang="nl-NL" err="1"/>
              <a:t>this</a:t>
            </a:r>
            <a:r>
              <a:rPr lang="nl-NL"/>
              <a:t> </a:t>
            </a:r>
            <a:r>
              <a:rPr lang="nl-NL" err="1"/>
              <a:t>using</a:t>
            </a:r>
            <a:r>
              <a:rPr lang="nl-NL"/>
              <a:t> R</a:t>
            </a:r>
          </a:p>
        </p:txBody>
      </p:sp>
      <p:sp>
        <p:nvSpPr>
          <p:cNvPr id="3" name="Tijdelijke aanduiding voor inhoud 2">
            <a:extLst>
              <a:ext uri="{FF2B5EF4-FFF2-40B4-BE49-F238E27FC236}">
                <a16:creationId xmlns:a16="http://schemas.microsoft.com/office/drawing/2014/main" id="{C09BDC3C-0355-6C51-E80A-F692C2CD79DC}"/>
              </a:ext>
            </a:extLst>
          </p:cNvPr>
          <p:cNvSpPr>
            <a:spLocks noGrp="1"/>
          </p:cNvSpPr>
          <p:nvPr>
            <p:ph idx="1"/>
          </p:nvPr>
        </p:nvSpPr>
        <p:spPr/>
        <p:txBody>
          <a:bodyPr/>
          <a:lstStyle/>
          <a:p>
            <a:r>
              <a:rPr lang="nl-NL"/>
              <a:t>Live </a:t>
            </a:r>
            <a:r>
              <a:rPr lang="nl-NL" err="1"/>
              <a:t>demonstration</a:t>
            </a:r>
            <a:r>
              <a:rPr lang="nl-NL"/>
              <a:t>, </a:t>
            </a:r>
            <a:r>
              <a:rPr lang="nl-NL" err="1"/>
              <a:t>using</a:t>
            </a:r>
            <a:r>
              <a:rPr lang="nl-NL"/>
              <a:t> feb2026-storytelling.R</a:t>
            </a:r>
          </a:p>
        </p:txBody>
      </p:sp>
    </p:spTree>
    <p:extLst>
      <p:ext uri="{BB962C8B-B14F-4D97-AF65-F5344CB8AC3E}">
        <p14:creationId xmlns:p14="http://schemas.microsoft.com/office/powerpoint/2010/main" val="15870895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CA2C497-8DCD-2C68-8CB5-C6736B375BB2}"/>
              </a:ext>
            </a:extLst>
          </p:cNvPr>
          <p:cNvSpPr>
            <a:spLocks noGrp="1"/>
          </p:cNvSpPr>
          <p:nvPr>
            <p:ph type="title"/>
          </p:nvPr>
        </p:nvSpPr>
        <p:spPr/>
        <p:txBody>
          <a:bodyPr/>
          <a:lstStyle/>
          <a:p>
            <a:r>
              <a:rPr lang="en-US"/>
              <a:t>A narrative structure sets storytelling apart from just visualization</a:t>
            </a:r>
            <a:endParaRPr lang="nl-NL"/>
          </a:p>
        </p:txBody>
      </p:sp>
      <p:pic>
        <p:nvPicPr>
          <p:cNvPr id="5" name="Tijdelijke aanduiding voor inhoud 4">
            <a:extLst>
              <a:ext uri="{FF2B5EF4-FFF2-40B4-BE49-F238E27FC236}">
                <a16:creationId xmlns:a16="http://schemas.microsoft.com/office/drawing/2014/main" id="{B83B15D5-3487-F4FF-4A13-CF6D03F67064}"/>
              </a:ext>
            </a:extLst>
          </p:cNvPr>
          <p:cNvPicPr>
            <a:picLocks noGrp="1" noChangeAspect="1"/>
          </p:cNvPicPr>
          <p:nvPr>
            <p:ph idx="1"/>
          </p:nvPr>
        </p:nvPicPr>
        <p:blipFill>
          <a:blip r:embed="rId3"/>
          <a:stretch>
            <a:fillRect/>
          </a:stretch>
        </p:blipFill>
        <p:spPr>
          <a:xfrm>
            <a:off x="3324932" y="1825625"/>
            <a:ext cx="5542136" cy="4351338"/>
          </a:xfrm>
          <a:prstGeom prst="rect">
            <a:avLst/>
          </a:prstGeom>
        </p:spPr>
      </p:pic>
    </p:spTree>
    <p:extLst>
      <p:ext uri="{BB962C8B-B14F-4D97-AF65-F5344CB8AC3E}">
        <p14:creationId xmlns:p14="http://schemas.microsoft.com/office/powerpoint/2010/main" val="10198534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C0D9924-1C08-B9F4-9F1D-5E14499C7413}"/>
              </a:ext>
            </a:extLst>
          </p:cNvPr>
          <p:cNvSpPr>
            <a:spLocks noGrp="1"/>
          </p:cNvSpPr>
          <p:nvPr>
            <p:ph type="title"/>
          </p:nvPr>
        </p:nvSpPr>
        <p:spPr/>
        <p:txBody>
          <a:bodyPr/>
          <a:lstStyle/>
          <a:p>
            <a:r>
              <a:rPr lang="nl-NL" err="1"/>
              <a:t>Why</a:t>
            </a:r>
            <a:r>
              <a:rPr lang="nl-NL"/>
              <a:t> </a:t>
            </a:r>
            <a:r>
              <a:rPr lang="nl-NL" err="1"/>
              <a:t>apply</a:t>
            </a:r>
            <a:r>
              <a:rPr lang="nl-NL"/>
              <a:t> </a:t>
            </a:r>
            <a:r>
              <a:rPr lang="nl-NL" err="1"/>
              <a:t>narrative</a:t>
            </a:r>
            <a:r>
              <a:rPr lang="nl-NL"/>
              <a:t> </a:t>
            </a:r>
            <a:r>
              <a:rPr lang="nl-NL" err="1"/>
              <a:t>structure</a:t>
            </a:r>
            <a:r>
              <a:rPr lang="nl-NL"/>
              <a:t> </a:t>
            </a:r>
            <a:r>
              <a:rPr lang="nl-NL" err="1"/>
              <a:t>to</a:t>
            </a:r>
            <a:r>
              <a:rPr lang="nl-NL"/>
              <a:t> data?</a:t>
            </a:r>
          </a:p>
        </p:txBody>
      </p:sp>
      <p:sp>
        <p:nvSpPr>
          <p:cNvPr id="3" name="Tijdelijke aanduiding voor inhoud 2">
            <a:extLst>
              <a:ext uri="{FF2B5EF4-FFF2-40B4-BE49-F238E27FC236}">
                <a16:creationId xmlns:a16="http://schemas.microsoft.com/office/drawing/2014/main" id="{B44E9324-1D82-28D5-7F54-CDEF84F188DB}"/>
              </a:ext>
            </a:extLst>
          </p:cNvPr>
          <p:cNvSpPr>
            <a:spLocks noGrp="1"/>
          </p:cNvSpPr>
          <p:nvPr>
            <p:ph idx="1"/>
          </p:nvPr>
        </p:nvSpPr>
        <p:spPr/>
        <p:txBody>
          <a:bodyPr>
            <a:normAutofit fontScale="92500"/>
          </a:bodyPr>
          <a:lstStyle/>
          <a:p>
            <a:pPr marL="0" indent="0">
              <a:buNone/>
            </a:pPr>
            <a:r>
              <a:rPr lang="en-US"/>
              <a:t>A chart lays out all of the facts for the audience to </a:t>
            </a:r>
            <a:r>
              <a:rPr lang="en-US" b="1"/>
              <a:t>take in all at once</a:t>
            </a:r>
            <a:r>
              <a:rPr lang="en-US"/>
              <a:t>, instead of </a:t>
            </a:r>
            <a:r>
              <a:rPr lang="en-US" b="1"/>
              <a:t>leading up to a main insight </a:t>
            </a:r>
            <a:r>
              <a:rPr lang="en-US"/>
              <a:t>as in the case of a narrative. </a:t>
            </a:r>
            <a:endParaRPr lang="nl-NL"/>
          </a:p>
          <a:p>
            <a:pPr marL="514350" indent="-514350">
              <a:buFont typeface="+mj-lt"/>
              <a:buAutoNum type="arabicPeriod"/>
            </a:pPr>
            <a:endParaRPr lang="nl-NL"/>
          </a:p>
          <a:p>
            <a:pPr marL="514350" indent="-514350">
              <a:buFont typeface="+mj-lt"/>
              <a:buAutoNum type="arabicPeriod"/>
            </a:pPr>
            <a:r>
              <a:rPr lang="nl-NL" err="1"/>
              <a:t>Provide</a:t>
            </a:r>
            <a:r>
              <a:rPr lang="nl-NL"/>
              <a:t> </a:t>
            </a:r>
            <a:r>
              <a:rPr lang="nl-NL" b="1" err="1"/>
              <a:t>sufficient</a:t>
            </a:r>
            <a:r>
              <a:rPr lang="nl-NL" b="1"/>
              <a:t> context </a:t>
            </a:r>
            <a:r>
              <a:rPr lang="nl-NL" err="1"/>
              <a:t>around</a:t>
            </a:r>
            <a:r>
              <a:rPr lang="nl-NL"/>
              <a:t> </a:t>
            </a:r>
            <a:r>
              <a:rPr lang="nl-NL" err="1"/>
              <a:t>our</a:t>
            </a:r>
            <a:r>
              <a:rPr lang="nl-NL"/>
              <a:t> </a:t>
            </a:r>
            <a:r>
              <a:rPr lang="nl-NL" err="1"/>
              <a:t>insight</a:t>
            </a:r>
            <a:r>
              <a:rPr lang="nl-NL"/>
              <a:t> in order </a:t>
            </a:r>
            <a:r>
              <a:rPr lang="nl-NL" err="1"/>
              <a:t>to</a:t>
            </a:r>
            <a:r>
              <a:rPr lang="nl-NL"/>
              <a:t> make </a:t>
            </a:r>
            <a:r>
              <a:rPr lang="nl-NL" err="1"/>
              <a:t>it</a:t>
            </a:r>
            <a:r>
              <a:rPr lang="nl-NL"/>
              <a:t> </a:t>
            </a:r>
            <a:r>
              <a:rPr lang="nl-NL" err="1"/>
              <a:t>understandable</a:t>
            </a:r>
            <a:r>
              <a:rPr lang="nl-NL"/>
              <a:t>.</a:t>
            </a:r>
          </a:p>
          <a:p>
            <a:pPr marL="514350" indent="-514350">
              <a:buFont typeface="+mj-lt"/>
              <a:buAutoNum type="arabicPeriod"/>
            </a:pPr>
            <a:r>
              <a:rPr lang="nl-NL" err="1"/>
              <a:t>Adds</a:t>
            </a:r>
            <a:r>
              <a:rPr lang="nl-NL"/>
              <a:t> a </a:t>
            </a:r>
            <a:r>
              <a:rPr lang="nl-NL" b="1" err="1"/>
              <a:t>causal</a:t>
            </a:r>
            <a:r>
              <a:rPr lang="nl-NL" b="1"/>
              <a:t> </a:t>
            </a:r>
            <a:r>
              <a:rPr lang="nl-NL" b="1" err="1"/>
              <a:t>structure</a:t>
            </a:r>
            <a:r>
              <a:rPr lang="nl-NL" b="1"/>
              <a:t> </a:t>
            </a:r>
            <a:r>
              <a:rPr lang="nl-NL" err="1"/>
              <a:t>that</a:t>
            </a:r>
            <a:r>
              <a:rPr lang="nl-NL"/>
              <a:t> </a:t>
            </a:r>
            <a:r>
              <a:rPr lang="nl-NL" err="1"/>
              <a:t>connects</a:t>
            </a:r>
            <a:r>
              <a:rPr lang="nl-NL"/>
              <a:t> </a:t>
            </a:r>
            <a:r>
              <a:rPr lang="nl-NL" err="1"/>
              <a:t>the</a:t>
            </a:r>
            <a:r>
              <a:rPr lang="nl-NL"/>
              <a:t> </a:t>
            </a:r>
            <a:r>
              <a:rPr lang="nl-NL" err="1"/>
              <a:t>facts</a:t>
            </a:r>
            <a:r>
              <a:rPr lang="nl-NL"/>
              <a:t> </a:t>
            </a:r>
            <a:r>
              <a:rPr lang="nl-NL" err="1"/>
              <a:t>that</a:t>
            </a:r>
            <a:r>
              <a:rPr lang="nl-NL"/>
              <a:t> lead up </a:t>
            </a:r>
            <a:r>
              <a:rPr lang="nl-NL" err="1"/>
              <a:t>to</a:t>
            </a:r>
            <a:r>
              <a:rPr lang="nl-NL"/>
              <a:t> </a:t>
            </a:r>
            <a:r>
              <a:rPr lang="nl-NL" err="1"/>
              <a:t>our</a:t>
            </a:r>
            <a:r>
              <a:rPr lang="nl-NL"/>
              <a:t> </a:t>
            </a:r>
            <a:r>
              <a:rPr lang="nl-NL" err="1"/>
              <a:t>central</a:t>
            </a:r>
            <a:r>
              <a:rPr lang="nl-NL"/>
              <a:t> </a:t>
            </a:r>
            <a:r>
              <a:rPr lang="nl-NL" err="1"/>
              <a:t>insight</a:t>
            </a:r>
            <a:r>
              <a:rPr lang="nl-NL"/>
              <a:t>.</a:t>
            </a:r>
          </a:p>
          <a:p>
            <a:pPr marL="514350" indent="-514350">
              <a:buFont typeface="+mj-lt"/>
              <a:buAutoNum type="arabicPeriod"/>
            </a:pPr>
            <a:r>
              <a:rPr lang="nl-NL" err="1"/>
              <a:t>Add</a:t>
            </a:r>
            <a:r>
              <a:rPr lang="nl-NL"/>
              <a:t> </a:t>
            </a:r>
            <a:r>
              <a:rPr lang="nl-NL" err="1"/>
              <a:t>an</a:t>
            </a:r>
            <a:r>
              <a:rPr lang="nl-NL"/>
              <a:t> </a:t>
            </a:r>
            <a:r>
              <a:rPr lang="nl-NL" b="1" err="1"/>
              <a:t>emotional</a:t>
            </a:r>
            <a:r>
              <a:rPr lang="nl-NL" b="1"/>
              <a:t> </a:t>
            </a:r>
            <a:r>
              <a:rPr lang="nl-NL" b="1" err="1"/>
              <a:t>value</a:t>
            </a:r>
            <a:r>
              <a:rPr lang="nl-NL" b="1"/>
              <a:t> </a:t>
            </a:r>
            <a:r>
              <a:rPr lang="nl-NL" err="1"/>
              <a:t>to</a:t>
            </a:r>
            <a:r>
              <a:rPr lang="nl-NL"/>
              <a:t> </a:t>
            </a:r>
            <a:r>
              <a:rPr lang="nl-NL" err="1"/>
              <a:t>our</a:t>
            </a:r>
            <a:r>
              <a:rPr lang="nl-NL"/>
              <a:t> </a:t>
            </a:r>
            <a:r>
              <a:rPr lang="nl-NL" err="1"/>
              <a:t>insight</a:t>
            </a:r>
            <a:r>
              <a:rPr lang="nl-NL"/>
              <a:t>, </a:t>
            </a:r>
            <a:r>
              <a:rPr lang="nl-NL" err="1"/>
              <a:t>allowing</a:t>
            </a:r>
            <a:r>
              <a:rPr lang="nl-NL"/>
              <a:t> </a:t>
            </a:r>
            <a:r>
              <a:rPr lang="nl-NL" err="1"/>
              <a:t>us</a:t>
            </a:r>
            <a:r>
              <a:rPr lang="nl-NL"/>
              <a:t> </a:t>
            </a:r>
            <a:r>
              <a:rPr lang="nl-NL" err="1"/>
              <a:t>to</a:t>
            </a:r>
            <a:r>
              <a:rPr lang="nl-NL"/>
              <a:t> </a:t>
            </a:r>
            <a:r>
              <a:rPr lang="nl-NL" err="1"/>
              <a:t>engage</a:t>
            </a:r>
            <a:r>
              <a:rPr lang="nl-NL"/>
              <a:t> </a:t>
            </a:r>
            <a:r>
              <a:rPr lang="nl-NL" err="1"/>
              <a:t>and</a:t>
            </a:r>
            <a:r>
              <a:rPr lang="nl-NL"/>
              <a:t> </a:t>
            </a:r>
            <a:r>
              <a:rPr lang="nl-NL" err="1"/>
              <a:t>ultimately</a:t>
            </a:r>
            <a:r>
              <a:rPr lang="nl-NL"/>
              <a:t> </a:t>
            </a:r>
            <a:r>
              <a:rPr lang="nl-NL" err="1"/>
              <a:t>convinece</a:t>
            </a:r>
            <a:r>
              <a:rPr lang="nl-NL"/>
              <a:t> </a:t>
            </a:r>
            <a:r>
              <a:rPr lang="nl-NL" err="1"/>
              <a:t>our</a:t>
            </a:r>
            <a:r>
              <a:rPr lang="nl-NL"/>
              <a:t> </a:t>
            </a:r>
            <a:r>
              <a:rPr lang="nl-NL" err="1"/>
              <a:t>audience</a:t>
            </a:r>
            <a:r>
              <a:rPr lang="nl-NL"/>
              <a:t> </a:t>
            </a:r>
            <a:r>
              <a:rPr lang="nl-NL" err="1"/>
              <a:t>about</a:t>
            </a:r>
            <a:r>
              <a:rPr lang="nl-NL"/>
              <a:t> </a:t>
            </a:r>
            <a:r>
              <a:rPr lang="nl-NL" err="1"/>
              <a:t>the</a:t>
            </a:r>
            <a:r>
              <a:rPr lang="nl-NL"/>
              <a:t> </a:t>
            </a:r>
            <a:r>
              <a:rPr lang="nl-NL" err="1"/>
              <a:t>importance</a:t>
            </a:r>
            <a:r>
              <a:rPr lang="nl-NL"/>
              <a:t> of </a:t>
            </a:r>
            <a:r>
              <a:rPr lang="nl-NL" err="1"/>
              <a:t>our</a:t>
            </a:r>
            <a:r>
              <a:rPr lang="nl-NL"/>
              <a:t> </a:t>
            </a:r>
            <a:r>
              <a:rPr lang="nl-NL" err="1"/>
              <a:t>idea</a:t>
            </a:r>
            <a:r>
              <a:rPr lang="nl-NL"/>
              <a:t>, </a:t>
            </a:r>
            <a:r>
              <a:rPr lang="nl-NL" err="1"/>
              <a:t>and</a:t>
            </a:r>
            <a:r>
              <a:rPr lang="nl-NL"/>
              <a:t> </a:t>
            </a:r>
            <a:r>
              <a:rPr lang="nl-NL" err="1"/>
              <a:t>to</a:t>
            </a:r>
            <a:r>
              <a:rPr lang="nl-NL"/>
              <a:t> </a:t>
            </a:r>
            <a:r>
              <a:rPr lang="nl-NL" err="1"/>
              <a:t>spur</a:t>
            </a:r>
            <a:r>
              <a:rPr lang="nl-NL"/>
              <a:t> </a:t>
            </a:r>
            <a:r>
              <a:rPr lang="nl-NL" err="1"/>
              <a:t>them</a:t>
            </a:r>
            <a:r>
              <a:rPr lang="nl-NL"/>
              <a:t> </a:t>
            </a:r>
            <a:r>
              <a:rPr lang="nl-NL" err="1"/>
              <a:t>into</a:t>
            </a:r>
            <a:r>
              <a:rPr lang="nl-NL"/>
              <a:t> </a:t>
            </a:r>
            <a:r>
              <a:rPr lang="nl-NL" err="1"/>
              <a:t>appropriate</a:t>
            </a:r>
            <a:r>
              <a:rPr lang="nl-NL"/>
              <a:t> action.</a:t>
            </a:r>
          </a:p>
          <a:p>
            <a:pPr marL="514350" indent="-514350">
              <a:buFont typeface="+mj-lt"/>
              <a:buAutoNum type="arabicPeriod"/>
            </a:pPr>
            <a:endParaRPr lang="nl-NL"/>
          </a:p>
          <a:p>
            <a:pPr marL="514350" indent="-514350">
              <a:buFont typeface="+mj-lt"/>
              <a:buAutoNum type="arabicPeriod"/>
            </a:pPr>
            <a:endParaRPr lang="nl-NL"/>
          </a:p>
          <a:p>
            <a:endParaRPr lang="nl-NL"/>
          </a:p>
          <a:p>
            <a:endParaRPr lang="nl-NL"/>
          </a:p>
          <a:p>
            <a:endParaRPr lang="nl-NL"/>
          </a:p>
        </p:txBody>
      </p:sp>
    </p:spTree>
    <p:extLst>
      <p:ext uri="{BB962C8B-B14F-4D97-AF65-F5344CB8AC3E}">
        <p14:creationId xmlns:p14="http://schemas.microsoft.com/office/powerpoint/2010/main" val="39042059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1D196E5-2F4D-822C-5CE2-EAC298A5AED0}"/>
              </a:ext>
            </a:extLst>
          </p:cNvPr>
          <p:cNvSpPr>
            <a:spLocks noGrp="1"/>
          </p:cNvSpPr>
          <p:nvPr>
            <p:ph type="title"/>
          </p:nvPr>
        </p:nvSpPr>
        <p:spPr/>
        <p:txBody>
          <a:bodyPr/>
          <a:lstStyle/>
          <a:p>
            <a:r>
              <a:rPr lang="nl-NL" err="1"/>
              <a:t>Freytag’s</a:t>
            </a:r>
            <a:r>
              <a:rPr lang="nl-NL"/>
              <a:t> </a:t>
            </a:r>
            <a:r>
              <a:rPr lang="nl-NL" err="1"/>
              <a:t>pyramid</a:t>
            </a:r>
            <a:endParaRPr lang="nl-NL"/>
          </a:p>
        </p:txBody>
      </p:sp>
      <p:sp>
        <p:nvSpPr>
          <p:cNvPr id="3" name="Tijdelijke aanduiding voor inhoud 2">
            <a:extLst>
              <a:ext uri="{FF2B5EF4-FFF2-40B4-BE49-F238E27FC236}">
                <a16:creationId xmlns:a16="http://schemas.microsoft.com/office/drawing/2014/main" id="{6429E5B3-29B3-1541-DC13-CC2FA1373D96}"/>
              </a:ext>
            </a:extLst>
          </p:cNvPr>
          <p:cNvSpPr>
            <a:spLocks noGrp="1"/>
          </p:cNvSpPr>
          <p:nvPr>
            <p:ph idx="1"/>
          </p:nvPr>
        </p:nvSpPr>
        <p:spPr/>
        <p:txBody>
          <a:bodyPr/>
          <a:lstStyle/>
          <a:p>
            <a:r>
              <a:rPr lang="en-US"/>
              <a:t>Narrative structure can be defined as the </a:t>
            </a:r>
            <a:r>
              <a:rPr lang="en-US" b="1"/>
              <a:t>order in which events occur</a:t>
            </a:r>
            <a:r>
              <a:rPr lang="en-US"/>
              <a:t> in a story. </a:t>
            </a:r>
            <a:endParaRPr lang="nl-NL"/>
          </a:p>
        </p:txBody>
      </p:sp>
      <p:pic>
        <p:nvPicPr>
          <p:cNvPr id="5" name="Afbeelding 4">
            <a:extLst>
              <a:ext uri="{FF2B5EF4-FFF2-40B4-BE49-F238E27FC236}">
                <a16:creationId xmlns:a16="http://schemas.microsoft.com/office/drawing/2014/main" id="{5131545F-0124-EE25-4491-F492D287F079}"/>
              </a:ext>
            </a:extLst>
          </p:cNvPr>
          <p:cNvPicPr>
            <a:picLocks noChangeAspect="1"/>
          </p:cNvPicPr>
          <p:nvPr/>
        </p:nvPicPr>
        <p:blipFill>
          <a:blip r:embed="rId3"/>
          <a:stretch>
            <a:fillRect/>
          </a:stretch>
        </p:blipFill>
        <p:spPr>
          <a:xfrm>
            <a:off x="2569872" y="2703704"/>
            <a:ext cx="6062850" cy="3150093"/>
          </a:xfrm>
          <a:prstGeom prst="rect">
            <a:avLst/>
          </a:prstGeom>
        </p:spPr>
      </p:pic>
    </p:spTree>
    <p:extLst>
      <p:ext uri="{BB962C8B-B14F-4D97-AF65-F5344CB8AC3E}">
        <p14:creationId xmlns:p14="http://schemas.microsoft.com/office/powerpoint/2010/main" val="229559399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E10550A-EC55-FC35-FD99-9D32F4684D56}"/>
              </a:ext>
            </a:extLst>
          </p:cNvPr>
          <p:cNvSpPr>
            <a:spLocks noGrp="1"/>
          </p:cNvSpPr>
          <p:nvPr>
            <p:ph type="title"/>
          </p:nvPr>
        </p:nvSpPr>
        <p:spPr/>
        <p:txBody>
          <a:bodyPr/>
          <a:lstStyle/>
          <a:p>
            <a:r>
              <a:rPr lang="nl-NL"/>
              <a:t>Understand </a:t>
            </a:r>
            <a:r>
              <a:rPr lang="nl-NL" err="1"/>
              <a:t>Freytag’s</a:t>
            </a:r>
            <a:r>
              <a:rPr lang="nl-NL"/>
              <a:t> </a:t>
            </a:r>
            <a:r>
              <a:rPr lang="nl-NL" err="1"/>
              <a:t>pyramid</a:t>
            </a:r>
            <a:r>
              <a:rPr lang="nl-NL"/>
              <a:t> </a:t>
            </a:r>
            <a:r>
              <a:rPr lang="nl-NL" err="1"/>
              <a:t>using</a:t>
            </a:r>
            <a:r>
              <a:rPr lang="nl-NL"/>
              <a:t> </a:t>
            </a:r>
            <a:r>
              <a:rPr lang="nl-NL" err="1"/>
              <a:t>the</a:t>
            </a:r>
            <a:r>
              <a:rPr lang="nl-NL"/>
              <a:t> story of Hans </a:t>
            </a:r>
            <a:r>
              <a:rPr lang="nl-NL" err="1"/>
              <a:t>and</a:t>
            </a:r>
            <a:r>
              <a:rPr lang="nl-NL"/>
              <a:t> </a:t>
            </a:r>
            <a:r>
              <a:rPr lang="nl-NL" err="1"/>
              <a:t>Gretel</a:t>
            </a:r>
            <a:endParaRPr lang="nl-NL"/>
          </a:p>
        </p:txBody>
      </p:sp>
      <p:pic>
        <p:nvPicPr>
          <p:cNvPr id="5" name="Tijdelijke aanduiding voor inhoud 4">
            <a:extLst>
              <a:ext uri="{FF2B5EF4-FFF2-40B4-BE49-F238E27FC236}">
                <a16:creationId xmlns:a16="http://schemas.microsoft.com/office/drawing/2014/main" id="{FA137017-D460-2586-7AD7-5546751217EC}"/>
              </a:ext>
            </a:extLst>
          </p:cNvPr>
          <p:cNvPicPr>
            <a:picLocks noGrp="1" noChangeAspect="1"/>
          </p:cNvPicPr>
          <p:nvPr>
            <p:ph idx="1"/>
          </p:nvPr>
        </p:nvPicPr>
        <p:blipFill>
          <a:blip r:embed="rId3"/>
          <a:stretch>
            <a:fillRect/>
          </a:stretch>
        </p:blipFill>
        <p:spPr>
          <a:xfrm>
            <a:off x="5992969" y="2058272"/>
            <a:ext cx="5830114" cy="3296110"/>
          </a:xfrm>
          <a:prstGeom prst="rect">
            <a:avLst/>
          </a:prstGeom>
        </p:spPr>
      </p:pic>
      <p:pic>
        <p:nvPicPr>
          <p:cNvPr id="6" name="Afbeelding 5">
            <a:extLst>
              <a:ext uri="{FF2B5EF4-FFF2-40B4-BE49-F238E27FC236}">
                <a16:creationId xmlns:a16="http://schemas.microsoft.com/office/drawing/2014/main" id="{6E868BBD-6C94-C900-F570-148DC6D0D1B3}"/>
              </a:ext>
            </a:extLst>
          </p:cNvPr>
          <p:cNvPicPr>
            <a:picLocks noChangeAspect="1"/>
          </p:cNvPicPr>
          <p:nvPr/>
        </p:nvPicPr>
        <p:blipFill>
          <a:blip r:embed="rId4"/>
          <a:srcRect l="5538" r="6326"/>
          <a:stretch>
            <a:fillRect/>
          </a:stretch>
        </p:blipFill>
        <p:spPr>
          <a:xfrm>
            <a:off x="649345" y="2450095"/>
            <a:ext cx="5343624" cy="3150093"/>
          </a:xfrm>
          <a:prstGeom prst="rect">
            <a:avLst/>
          </a:prstGeom>
        </p:spPr>
      </p:pic>
    </p:spTree>
    <p:extLst>
      <p:ext uri="{BB962C8B-B14F-4D97-AF65-F5344CB8AC3E}">
        <p14:creationId xmlns:p14="http://schemas.microsoft.com/office/powerpoint/2010/main" val="2915588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D5F8445-79CB-AC3C-7F05-F7B3107C8EFC}"/>
              </a:ext>
            </a:extLst>
          </p:cNvPr>
          <p:cNvSpPr>
            <a:spLocks noGrp="1"/>
          </p:cNvSpPr>
          <p:nvPr>
            <p:ph type="title"/>
          </p:nvPr>
        </p:nvSpPr>
        <p:spPr/>
        <p:txBody>
          <a:bodyPr/>
          <a:lstStyle/>
          <a:p>
            <a:r>
              <a:rPr lang="nl-NL" err="1"/>
              <a:t>Apply</a:t>
            </a:r>
            <a:r>
              <a:rPr lang="nl-NL"/>
              <a:t> </a:t>
            </a:r>
            <a:r>
              <a:rPr lang="nl-NL" err="1"/>
              <a:t>Freytag’s</a:t>
            </a:r>
            <a:r>
              <a:rPr lang="nl-NL"/>
              <a:t> </a:t>
            </a:r>
            <a:r>
              <a:rPr lang="nl-NL" err="1"/>
              <a:t>pyramid</a:t>
            </a:r>
            <a:r>
              <a:rPr lang="nl-NL"/>
              <a:t> </a:t>
            </a:r>
            <a:r>
              <a:rPr lang="nl-NL" err="1"/>
              <a:t>to</a:t>
            </a:r>
            <a:r>
              <a:rPr lang="nl-NL"/>
              <a:t> data storytelling:</a:t>
            </a:r>
            <a:br>
              <a:rPr lang="nl-NL"/>
            </a:br>
            <a:r>
              <a:rPr lang="nl-NL"/>
              <a:t>The data storytelling </a:t>
            </a:r>
            <a:r>
              <a:rPr lang="nl-NL" err="1"/>
              <a:t>pyramid</a:t>
            </a:r>
            <a:endParaRPr lang="nl-NL"/>
          </a:p>
        </p:txBody>
      </p:sp>
      <p:pic>
        <p:nvPicPr>
          <p:cNvPr id="5" name="Tijdelijke aanduiding voor inhoud 4">
            <a:extLst>
              <a:ext uri="{FF2B5EF4-FFF2-40B4-BE49-F238E27FC236}">
                <a16:creationId xmlns:a16="http://schemas.microsoft.com/office/drawing/2014/main" id="{C87AC836-633F-75E3-68C3-C9FF6782EAD8}"/>
              </a:ext>
            </a:extLst>
          </p:cNvPr>
          <p:cNvPicPr>
            <a:picLocks noGrp="1" noChangeAspect="1"/>
          </p:cNvPicPr>
          <p:nvPr>
            <p:ph idx="1"/>
          </p:nvPr>
        </p:nvPicPr>
        <p:blipFill>
          <a:blip r:embed="rId3"/>
          <a:stretch>
            <a:fillRect/>
          </a:stretch>
        </p:blipFill>
        <p:spPr>
          <a:xfrm>
            <a:off x="2321432" y="1601836"/>
            <a:ext cx="7411484" cy="3343742"/>
          </a:xfrm>
          <a:prstGeom prst="rect">
            <a:avLst/>
          </a:prstGeom>
        </p:spPr>
      </p:pic>
    </p:spTree>
    <p:extLst>
      <p:ext uri="{BB962C8B-B14F-4D97-AF65-F5344CB8AC3E}">
        <p14:creationId xmlns:p14="http://schemas.microsoft.com/office/powerpoint/2010/main" val="358976104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69694A-3BCC-EBD9-93AC-1EBE54E5947F}"/>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6CDEEC64-AA8F-AC9E-E9DD-E70CD1C0764C}"/>
              </a:ext>
            </a:extLst>
          </p:cNvPr>
          <p:cNvSpPr>
            <a:spLocks noGrp="1"/>
          </p:cNvSpPr>
          <p:nvPr>
            <p:ph type="title"/>
          </p:nvPr>
        </p:nvSpPr>
        <p:spPr/>
        <p:txBody>
          <a:bodyPr/>
          <a:lstStyle/>
          <a:p>
            <a:r>
              <a:rPr lang="nl-NL" err="1"/>
              <a:t>Apply</a:t>
            </a:r>
            <a:r>
              <a:rPr lang="nl-NL"/>
              <a:t> </a:t>
            </a:r>
            <a:r>
              <a:rPr lang="nl-NL" err="1"/>
              <a:t>Freytag’s</a:t>
            </a:r>
            <a:r>
              <a:rPr lang="nl-NL"/>
              <a:t> </a:t>
            </a:r>
            <a:r>
              <a:rPr lang="nl-NL" err="1"/>
              <a:t>pyramid</a:t>
            </a:r>
            <a:r>
              <a:rPr lang="nl-NL"/>
              <a:t> </a:t>
            </a:r>
            <a:r>
              <a:rPr lang="nl-NL" err="1"/>
              <a:t>to</a:t>
            </a:r>
            <a:r>
              <a:rPr lang="nl-NL"/>
              <a:t> data storytelling:</a:t>
            </a:r>
            <a:br>
              <a:rPr lang="nl-NL"/>
            </a:br>
            <a:r>
              <a:rPr lang="nl-NL"/>
              <a:t>The data storytelling </a:t>
            </a:r>
            <a:r>
              <a:rPr lang="nl-NL" err="1"/>
              <a:t>pyramid</a:t>
            </a:r>
            <a:endParaRPr lang="nl-NL"/>
          </a:p>
        </p:txBody>
      </p:sp>
      <p:pic>
        <p:nvPicPr>
          <p:cNvPr id="5" name="Tijdelijke aanduiding voor inhoud 4">
            <a:extLst>
              <a:ext uri="{FF2B5EF4-FFF2-40B4-BE49-F238E27FC236}">
                <a16:creationId xmlns:a16="http://schemas.microsoft.com/office/drawing/2014/main" id="{BD309C5E-9467-C7D4-BA73-84A3574515E9}"/>
              </a:ext>
            </a:extLst>
          </p:cNvPr>
          <p:cNvPicPr>
            <a:picLocks noGrp="1" noChangeAspect="1"/>
          </p:cNvPicPr>
          <p:nvPr>
            <p:ph idx="1"/>
          </p:nvPr>
        </p:nvPicPr>
        <p:blipFill>
          <a:blip r:embed="rId3"/>
          <a:stretch>
            <a:fillRect/>
          </a:stretch>
        </p:blipFill>
        <p:spPr>
          <a:xfrm>
            <a:off x="2321432" y="1601836"/>
            <a:ext cx="7411484" cy="3343742"/>
          </a:xfrm>
          <a:prstGeom prst="rect">
            <a:avLst/>
          </a:prstGeom>
        </p:spPr>
      </p:pic>
      <p:sp>
        <p:nvSpPr>
          <p:cNvPr id="8" name="Tijdelijke aanduiding voor inhoud 2">
            <a:extLst>
              <a:ext uri="{FF2B5EF4-FFF2-40B4-BE49-F238E27FC236}">
                <a16:creationId xmlns:a16="http://schemas.microsoft.com/office/drawing/2014/main" id="{267AD400-C9CF-A517-4F78-85FBB0D8A97A}"/>
              </a:ext>
            </a:extLst>
          </p:cNvPr>
          <p:cNvSpPr txBox="1">
            <a:spLocks/>
          </p:cNvSpPr>
          <p:nvPr/>
        </p:nvSpPr>
        <p:spPr>
          <a:xfrm>
            <a:off x="838200" y="4945578"/>
            <a:ext cx="10515600" cy="1281778"/>
          </a:xfrm>
          <a:prstGeom prst="rect">
            <a:avLst/>
          </a:prstGeom>
        </p:spPr>
        <p:txBody>
          <a:bodyPr vert="horz" lIns="91440" tIns="45720" rIns="91440" bIns="45720" rtlCol="0">
            <a:normAutofit fontScale="6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b="1"/>
              <a:t>Setting:</a:t>
            </a:r>
            <a:r>
              <a:rPr lang="en-US"/>
              <a:t> In presenting a data story, we always begin with the setting. The setting provides context to the central insight of our story. For instance, we could answer the question, </a:t>
            </a:r>
            <a:r>
              <a:rPr lang="en-US" b="1" i="1"/>
              <a:t>what is “normal” for this set of data? </a:t>
            </a:r>
          </a:p>
          <a:p>
            <a:pPr marL="0" indent="0">
              <a:buNone/>
            </a:pPr>
            <a:r>
              <a:rPr lang="en-US"/>
              <a:t>This could mean showing repeating or cyclical patterns from past periods, or showing what is expected to happen to establish a baseline expectation from which our audience can judge the current data.</a:t>
            </a:r>
            <a:endParaRPr lang="nl-NL"/>
          </a:p>
        </p:txBody>
      </p:sp>
    </p:spTree>
    <p:extLst>
      <p:ext uri="{BB962C8B-B14F-4D97-AF65-F5344CB8AC3E}">
        <p14:creationId xmlns:p14="http://schemas.microsoft.com/office/powerpoint/2010/main" val="156665046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19B680-FECA-8888-65D5-94B73D579962}"/>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E94D8409-05D3-12E1-B44D-F52931AD33FF}"/>
              </a:ext>
            </a:extLst>
          </p:cNvPr>
          <p:cNvSpPr>
            <a:spLocks noGrp="1"/>
          </p:cNvSpPr>
          <p:nvPr>
            <p:ph type="title"/>
          </p:nvPr>
        </p:nvSpPr>
        <p:spPr/>
        <p:txBody>
          <a:bodyPr/>
          <a:lstStyle/>
          <a:p>
            <a:r>
              <a:rPr lang="nl-NL" err="1"/>
              <a:t>Apply</a:t>
            </a:r>
            <a:r>
              <a:rPr lang="nl-NL"/>
              <a:t> </a:t>
            </a:r>
            <a:r>
              <a:rPr lang="nl-NL" err="1"/>
              <a:t>Freytag’s</a:t>
            </a:r>
            <a:r>
              <a:rPr lang="nl-NL"/>
              <a:t> </a:t>
            </a:r>
            <a:r>
              <a:rPr lang="nl-NL" err="1"/>
              <a:t>pyramid</a:t>
            </a:r>
            <a:r>
              <a:rPr lang="nl-NL"/>
              <a:t> </a:t>
            </a:r>
            <a:r>
              <a:rPr lang="nl-NL" err="1"/>
              <a:t>to</a:t>
            </a:r>
            <a:r>
              <a:rPr lang="nl-NL"/>
              <a:t> data storytelling:</a:t>
            </a:r>
            <a:br>
              <a:rPr lang="nl-NL"/>
            </a:br>
            <a:r>
              <a:rPr lang="nl-NL"/>
              <a:t>The data storytelling </a:t>
            </a:r>
            <a:r>
              <a:rPr lang="nl-NL" err="1"/>
              <a:t>pyramid</a:t>
            </a:r>
            <a:endParaRPr lang="nl-NL"/>
          </a:p>
        </p:txBody>
      </p:sp>
      <p:pic>
        <p:nvPicPr>
          <p:cNvPr id="5" name="Tijdelijke aanduiding voor inhoud 4">
            <a:extLst>
              <a:ext uri="{FF2B5EF4-FFF2-40B4-BE49-F238E27FC236}">
                <a16:creationId xmlns:a16="http://schemas.microsoft.com/office/drawing/2014/main" id="{A5B1BEDC-2AB2-D9BC-E43B-F1EDAB353837}"/>
              </a:ext>
            </a:extLst>
          </p:cNvPr>
          <p:cNvPicPr>
            <a:picLocks noGrp="1" noChangeAspect="1"/>
          </p:cNvPicPr>
          <p:nvPr>
            <p:ph idx="1"/>
          </p:nvPr>
        </p:nvPicPr>
        <p:blipFill>
          <a:blip r:embed="rId3"/>
          <a:stretch>
            <a:fillRect/>
          </a:stretch>
        </p:blipFill>
        <p:spPr>
          <a:xfrm>
            <a:off x="2321432" y="1601836"/>
            <a:ext cx="7411484" cy="3343742"/>
          </a:xfrm>
          <a:prstGeom prst="rect">
            <a:avLst/>
          </a:prstGeom>
        </p:spPr>
      </p:pic>
      <p:sp>
        <p:nvSpPr>
          <p:cNvPr id="8" name="Tijdelijke aanduiding voor inhoud 2">
            <a:extLst>
              <a:ext uri="{FF2B5EF4-FFF2-40B4-BE49-F238E27FC236}">
                <a16:creationId xmlns:a16="http://schemas.microsoft.com/office/drawing/2014/main" id="{8683F50B-E852-322B-4DC9-AA91BE316E7A}"/>
              </a:ext>
            </a:extLst>
          </p:cNvPr>
          <p:cNvSpPr txBox="1">
            <a:spLocks/>
          </p:cNvSpPr>
          <p:nvPr/>
        </p:nvSpPr>
        <p:spPr>
          <a:xfrm>
            <a:off x="838200" y="4945577"/>
            <a:ext cx="8894716" cy="1547297"/>
          </a:xfrm>
          <a:prstGeom prst="rect">
            <a:avLst/>
          </a:prstGeom>
        </p:spPr>
        <p:txBody>
          <a:bodyPr vert="horz" lIns="91440" tIns="45720" rIns="91440" bIns="45720" rtlCol="0">
            <a:normAutofit fontScale="6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b="1"/>
              <a:t>Hook:</a:t>
            </a:r>
            <a:r>
              <a:rPr lang="en-US"/>
              <a:t> The hook is the spark that sets off the story. It answers the question, </a:t>
            </a:r>
            <a:r>
              <a:rPr lang="en-US" b="1" i="1"/>
              <a:t>what changed?</a:t>
            </a:r>
            <a:r>
              <a:rPr lang="en-US"/>
              <a:t> </a:t>
            </a:r>
          </a:p>
          <a:p>
            <a:pPr marL="0" indent="0">
              <a:buNone/>
            </a:pPr>
            <a:r>
              <a:rPr lang="en-US"/>
              <a:t>This means that we address the departure from the usual pattern that our data has been exhibiting. What caught your attention while analyzing the data? For example, perhaps we have a cyclical trend in our sales data which repeats every year, but this year, sales have deviated sharply from the expected value in the last quarter.</a:t>
            </a:r>
            <a:endParaRPr lang="nl-NL"/>
          </a:p>
        </p:txBody>
      </p:sp>
      <p:pic>
        <p:nvPicPr>
          <p:cNvPr id="4" name="Afbeelding 3">
            <a:extLst>
              <a:ext uri="{FF2B5EF4-FFF2-40B4-BE49-F238E27FC236}">
                <a16:creationId xmlns:a16="http://schemas.microsoft.com/office/drawing/2014/main" id="{3A1E02D5-EB29-F54C-0CD7-288074D825E1}"/>
              </a:ext>
            </a:extLst>
          </p:cNvPr>
          <p:cNvPicPr>
            <a:picLocks noChangeAspect="1"/>
          </p:cNvPicPr>
          <p:nvPr/>
        </p:nvPicPr>
        <p:blipFill>
          <a:blip r:embed="rId4"/>
          <a:stretch>
            <a:fillRect/>
          </a:stretch>
        </p:blipFill>
        <p:spPr>
          <a:xfrm>
            <a:off x="9732916" y="4449966"/>
            <a:ext cx="2192388" cy="2042908"/>
          </a:xfrm>
          <a:prstGeom prst="rect">
            <a:avLst/>
          </a:prstGeom>
        </p:spPr>
      </p:pic>
    </p:spTree>
    <p:extLst>
      <p:ext uri="{BB962C8B-B14F-4D97-AF65-F5344CB8AC3E}">
        <p14:creationId xmlns:p14="http://schemas.microsoft.com/office/powerpoint/2010/main" val="387099913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28DDA3-2C88-0129-E384-3E7319807417}"/>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03CFD69D-D991-EC69-B40F-AB879982C8E3}"/>
              </a:ext>
            </a:extLst>
          </p:cNvPr>
          <p:cNvSpPr>
            <a:spLocks noGrp="1"/>
          </p:cNvSpPr>
          <p:nvPr>
            <p:ph type="title"/>
          </p:nvPr>
        </p:nvSpPr>
        <p:spPr/>
        <p:txBody>
          <a:bodyPr/>
          <a:lstStyle/>
          <a:p>
            <a:r>
              <a:rPr lang="nl-NL" err="1"/>
              <a:t>Apply</a:t>
            </a:r>
            <a:r>
              <a:rPr lang="nl-NL"/>
              <a:t> </a:t>
            </a:r>
            <a:r>
              <a:rPr lang="nl-NL" err="1"/>
              <a:t>Freytag’s</a:t>
            </a:r>
            <a:r>
              <a:rPr lang="nl-NL"/>
              <a:t> </a:t>
            </a:r>
            <a:r>
              <a:rPr lang="nl-NL" err="1"/>
              <a:t>pyramid</a:t>
            </a:r>
            <a:r>
              <a:rPr lang="nl-NL"/>
              <a:t> </a:t>
            </a:r>
            <a:r>
              <a:rPr lang="nl-NL" err="1"/>
              <a:t>to</a:t>
            </a:r>
            <a:r>
              <a:rPr lang="nl-NL"/>
              <a:t> data storytelling:</a:t>
            </a:r>
            <a:br>
              <a:rPr lang="nl-NL"/>
            </a:br>
            <a:r>
              <a:rPr lang="nl-NL"/>
              <a:t>The data storytelling </a:t>
            </a:r>
            <a:r>
              <a:rPr lang="nl-NL" err="1"/>
              <a:t>pyramid</a:t>
            </a:r>
            <a:endParaRPr lang="nl-NL"/>
          </a:p>
        </p:txBody>
      </p:sp>
      <p:pic>
        <p:nvPicPr>
          <p:cNvPr id="5" name="Tijdelijke aanduiding voor inhoud 4">
            <a:extLst>
              <a:ext uri="{FF2B5EF4-FFF2-40B4-BE49-F238E27FC236}">
                <a16:creationId xmlns:a16="http://schemas.microsoft.com/office/drawing/2014/main" id="{3E77F3C4-1643-62C9-6F2F-86F50511A069}"/>
              </a:ext>
            </a:extLst>
          </p:cNvPr>
          <p:cNvPicPr>
            <a:picLocks noGrp="1" noChangeAspect="1"/>
          </p:cNvPicPr>
          <p:nvPr>
            <p:ph idx="1"/>
          </p:nvPr>
        </p:nvPicPr>
        <p:blipFill>
          <a:blip r:embed="rId3"/>
          <a:stretch>
            <a:fillRect/>
          </a:stretch>
        </p:blipFill>
        <p:spPr>
          <a:xfrm>
            <a:off x="2321432" y="1601836"/>
            <a:ext cx="7411484" cy="3343742"/>
          </a:xfrm>
          <a:prstGeom prst="rect">
            <a:avLst/>
          </a:prstGeom>
        </p:spPr>
      </p:pic>
      <p:sp>
        <p:nvSpPr>
          <p:cNvPr id="8" name="Tijdelijke aanduiding voor inhoud 2">
            <a:extLst>
              <a:ext uri="{FF2B5EF4-FFF2-40B4-BE49-F238E27FC236}">
                <a16:creationId xmlns:a16="http://schemas.microsoft.com/office/drawing/2014/main" id="{7497B482-9083-BE10-A615-512045A4CD3B}"/>
              </a:ext>
            </a:extLst>
          </p:cNvPr>
          <p:cNvSpPr txBox="1">
            <a:spLocks/>
          </p:cNvSpPr>
          <p:nvPr/>
        </p:nvSpPr>
        <p:spPr>
          <a:xfrm>
            <a:off x="838200" y="4945577"/>
            <a:ext cx="8894716" cy="1710861"/>
          </a:xfrm>
          <a:prstGeom prst="rect">
            <a:avLst/>
          </a:prstGeom>
        </p:spPr>
        <p:txBody>
          <a:bodyPr vert="horz" lIns="91440" tIns="45720" rIns="91440" bIns="45720" rtlCol="0">
            <a:normAutofit fontScale="6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b="1"/>
              <a:t>Rising insights:</a:t>
            </a:r>
            <a:r>
              <a:rPr lang="en-US"/>
              <a:t> Rising insights constitute the supporting data and insights that add to the context around the anomaly that we noticed. We may try to answer the question, </a:t>
            </a:r>
            <a:r>
              <a:rPr lang="en-US" b="1" i="1"/>
              <a:t>why did the change happen?</a:t>
            </a:r>
            <a:r>
              <a:rPr lang="en-US"/>
              <a:t> </a:t>
            </a:r>
          </a:p>
          <a:p>
            <a:pPr marL="0" indent="0">
              <a:buNone/>
            </a:pPr>
            <a:r>
              <a:rPr lang="en-US"/>
              <a:t>With our sales example, we may perhaps note how a competitor launched a new product, coinciding with the dip in sales. We may provide additional supporting details such as surveys detailing the reasons why customers switched to the competitor’s product.</a:t>
            </a:r>
            <a:endParaRPr lang="nl-NL"/>
          </a:p>
        </p:txBody>
      </p:sp>
      <p:pic>
        <p:nvPicPr>
          <p:cNvPr id="4" name="Afbeelding 3">
            <a:extLst>
              <a:ext uri="{FF2B5EF4-FFF2-40B4-BE49-F238E27FC236}">
                <a16:creationId xmlns:a16="http://schemas.microsoft.com/office/drawing/2014/main" id="{1DAA5AC8-B550-8F33-F6EB-B054AC228BE7}"/>
              </a:ext>
            </a:extLst>
          </p:cNvPr>
          <p:cNvPicPr>
            <a:picLocks noChangeAspect="1"/>
          </p:cNvPicPr>
          <p:nvPr/>
        </p:nvPicPr>
        <p:blipFill>
          <a:blip r:embed="rId4"/>
          <a:stretch>
            <a:fillRect/>
          </a:stretch>
        </p:blipFill>
        <p:spPr>
          <a:xfrm>
            <a:off x="9766480" y="2306298"/>
            <a:ext cx="2138444" cy="2023668"/>
          </a:xfrm>
          <a:prstGeom prst="rect">
            <a:avLst/>
          </a:prstGeom>
        </p:spPr>
      </p:pic>
      <p:pic>
        <p:nvPicPr>
          <p:cNvPr id="7" name="Afbeelding 6">
            <a:extLst>
              <a:ext uri="{FF2B5EF4-FFF2-40B4-BE49-F238E27FC236}">
                <a16:creationId xmlns:a16="http://schemas.microsoft.com/office/drawing/2014/main" id="{5D1F7F81-34E3-2721-4510-BD5C43414AEA}"/>
              </a:ext>
            </a:extLst>
          </p:cNvPr>
          <p:cNvPicPr>
            <a:picLocks noChangeAspect="1"/>
          </p:cNvPicPr>
          <p:nvPr/>
        </p:nvPicPr>
        <p:blipFill>
          <a:blip r:embed="rId5"/>
          <a:stretch>
            <a:fillRect/>
          </a:stretch>
        </p:blipFill>
        <p:spPr>
          <a:xfrm>
            <a:off x="9732916" y="4343219"/>
            <a:ext cx="2205572" cy="2149656"/>
          </a:xfrm>
          <a:prstGeom prst="rect">
            <a:avLst/>
          </a:prstGeom>
        </p:spPr>
      </p:pic>
    </p:spTree>
    <p:extLst>
      <p:ext uri="{BB962C8B-B14F-4D97-AF65-F5344CB8AC3E}">
        <p14:creationId xmlns:p14="http://schemas.microsoft.com/office/powerpoint/2010/main" val="354270065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CC0B5D-38F1-4D50-7E75-5468EA73A4E6}"/>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0E6F3905-1018-532C-3CDB-F241112FB586}"/>
              </a:ext>
            </a:extLst>
          </p:cNvPr>
          <p:cNvSpPr>
            <a:spLocks noGrp="1"/>
          </p:cNvSpPr>
          <p:nvPr>
            <p:ph type="title"/>
          </p:nvPr>
        </p:nvSpPr>
        <p:spPr/>
        <p:txBody>
          <a:bodyPr/>
          <a:lstStyle/>
          <a:p>
            <a:r>
              <a:rPr lang="nl-NL" err="1"/>
              <a:t>Apply</a:t>
            </a:r>
            <a:r>
              <a:rPr lang="nl-NL"/>
              <a:t> </a:t>
            </a:r>
            <a:r>
              <a:rPr lang="nl-NL" err="1"/>
              <a:t>Freytag’s</a:t>
            </a:r>
            <a:r>
              <a:rPr lang="nl-NL"/>
              <a:t> </a:t>
            </a:r>
            <a:r>
              <a:rPr lang="nl-NL" err="1"/>
              <a:t>pyramid</a:t>
            </a:r>
            <a:r>
              <a:rPr lang="nl-NL"/>
              <a:t> </a:t>
            </a:r>
            <a:r>
              <a:rPr lang="nl-NL" err="1"/>
              <a:t>to</a:t>
            </a:r>
            <a:r>
              <a:rPr lang="nl-NL"/>
              <a:t> data storytelling:</a:t>
            </a:r>
            <a:br>
              <a:rPr lang="nl-NL"/>
            </a:br>
            <a:r>
              <a:rPr lang="nl-NL"/>
              <a:t>The data storytelling </a:t>
            </a:r>
            <a:r>
              <a:rPr lang="nl-NL" err="1"/>
              <a:t>pyramid</a:t>
            </a:r>
            <a:endParaRPr lang="nl-NL"/>
          </a:p>
        </p:txBody>
      </p:sp>
      <p:pic>
        <p:nvPicPr>
          <p:cNvPr id="5" name="Tijdelijke aanduiding voor inhoud 4">
            <a:extLst>
              <a:ext uri="{FF2B5EF4-FFF2-40B4-BE49-F238E27FC236}">
                <a16:creationId xmlns:a16="http://schemas.microsoft.com/office/drawing/2014/main" id="{4A599ABB-4B78-6AD6-307A-F94F1C593677}"/>
              </a:ext>
            </a:extLst>
          </p:cNvPr>
          <p:cNvPicPr>
            <a:picLocks noGrp="1" noChangeAspect="1"/>
          </p:cNvPicPr>
          <p:nvPr>
            <p:ph idx="1"/>
          </p:nvPr>
        </p:nvPicPr>
        <p:blipFill>
          <a:blip r:embed="rId3"/>
          <a:stretch>
            <a:fillRect/>
          </a:stretch>
        </p:blipFill>
        <p:spPr>
          <a:xfrm>
            <a:off x="2321432" y="1601836"/>
            <a:ext cx="7411484" cy="3343742"/>
          </a:xfrm>
          <a:prstGeom prst="rect">
            <a:avLst/>
          </a:prstGeom>
        </p:spPr>
      </p:pic>
      <p:sp>
        <p:nvSpPr>
          <p:cNvPr id="8" name="Tijdelijke aanduiding voor inhoud 2">
            <a:extLst>
              <a:ext uri="{FF2B5EF4-FFF2-40B4-BE49-F238E27FC236}">
                <a16:creationId xmlns:a16="http://schemas.microsoft.com/office/drawing/2014/main" id="{B2C66A63-2313-088A-BEF9-B03DB9636FE6}"/>
              </a:ext>
            </a:extLst>
          </p:cNvPr>
          <p:cNvSpPr txBox="1">
            <a:spLocks/>
          </p:cNvSpPr>
          <p:nvPr/>
        </p:nvSpPr>
        <p:spPr>
          <a:xfrm>
            <a:off x="599768" y="4945577"/>
            <a:ext cx="9270800" cy="1912423"/>
          </a:xfrm>
          <a:prstGeom prst="rect">
            <a:avLst/>
          </a:prstGeom>
        </p:spPr>
        <p:txBody>
          <a:bodyPr vert="horz" lIns="91440" tIns="45720" rIns="91440" bIns="45720" rtlCol="0">
            <a:normAutofit fontScale="6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b="1"/>
              <a:t>Central Insight:</a:t>
            </a:r>
            <a:r>
              <a:rPr lang="en-US"/>
              <a:t> We have now built up to the “Aha! Moment”, which answers the question,</a:t>
            </a:r>
            <a:r>
              <a:rPr lang="en-US" b="1"/>
              <a:t> </a:t>
            </a:r>
            <a:r>
              <a:rPr lang="en-US" b="1" i="1"/>
              <a:t>why should people care?</a:t>
            </a:r>
            <a:r>
              <a:rPr lang="en-US"/>
              <a:t> </a:t>
            </a:r>
          </a:p>
          <a:p>
            <a:pPr marL="0" indent="0">
              <a:buNone/>
            </a:pPr>
            <a:r>
              <a:rPr lang="en-US"/>
              <a:t>This provides the impact factor – what happens if the current trend continues? Why is it important to your organization? For example, with our sales story, we may want to emphasize that a continuation of the current trend would lead to a loss of $5 million for the company over the next 6 months. This is also your chance to make use of a hero in your story. Now, many people assume that the </a:t>
            </a:r>
            <a:r>
              <a:rPr lang="en-US" i="1"/>
              <a:t>data</a:t>
            </a:r>
            <a:r>
              <a:rPr lang="en-US"/>
              <a:t> is the hero of a data story, but keep in mind that </a:t>
            </a:r>
            <a:r>
              <a:rPr lang="en-US" i="1"/>
              <a:t>people</a:t>
            </a:r>
            <a:r>
              <a:rPr lang="en-US"/>
              <a:t> should always be the heroes of your story.</a:t>
            </a:r>
            <a:endParaRPr lang="nl-NL"/>
          </a:p>
        </p:txBody>
      </p:sp>
      <p:pic>
        <p:nvPicPr>
          <p:cNvPr id="4" name="Afbeelding 3">
            <a:extLst>
              <a:ext uri="{FF2B5EF4-FFF2-40B4-BE49-F238E27FC236}">
                <a16:creationId xmlns:a16="http://schemas.microsoft.com/office/drawing/2014/main" id="{9CD2A17A-0F77-A3C7-C629-C98314655047}"/>
              </a:ext>
            </a:extLst>
          </p:cNvPr>
          <p:cNvPicPr>
            <a:picLocks noChangeAspect="1"/>
          </p:cNvPicPr>
          <p:nvPr/>
        </p:nvPicPr>
        <p:blipFill>
          <a:blip r:embed="rId4"/>
          <a:stretch>
            <a:fillRect/>
          </a:stretch>
        </p:blipFill>
        <p:spPr>
          <a:xfrm>
            <a:off x="9870568" y="4493342"/>
            <a:ext cx="2099013" cy="1999533"/>
          </a:xfrm>
          <a:prstGeom prst="rect">
            <a:avLst/>
          </a:prstGeom>
        </p:spPr>
      </p:pic>
    </p:spTree>
    <p:extLst>
      <p:ext uri="{BB962C8B-B14F-4D97-AF65-F5344CB8AC3E}">
        <p14:creationId xmlns:p14="http://schemas.microsoft.com/office/powerpoint/2010/main" val="366996924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151C10-01F4-E219-561E-C4ED9D31CC59}"/>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CEAC0C64-546A-9D49-0EDA-3B546BA9059E}"/>
              </a:ext>
            </a:extLst>
          </p:cNvPr>
          <p:cNvSpPr>
            <a:spLocks noGrp="1"/>
          </p:cNvSpPr>
          <p:nvPr>
            <p:ph type="title"/>
          </p:nvPr>
        </p:nvSpPr>
        <p:spPr/>
        <p:txBody>
          <a:bodyPr/>
          <a:lstStyle/>
          <a:p>
            <a:r>
              <a:rPr lang="nl-NL" err="1"/>
              <a:t>Apply</a:t>
            </a:r>
            <a:r>
              <a:rPr lang="nl-NL"/>
              <a:t> </a:t>
            </a:r>
            <a:r>
              <a:rPr lang="nl-NL" err="1"/>
              <a:t>Freytag’s</a:t>
            </a:r>
            <a:r>
              <a:rPr lang="nl-NL"/>
              <a:t> </a:t>
            </a:r>
            <a:r>
              <a:rPr lang="nl-NL" err="1"/>
              <a:t>pyramid</a:t>
            </a:r>
            <a:r>
              <a:rPr lang="nl-NL"/>
              <a:t> </a:t>
            </a:r>
            <a:r>
              <a:rPr lang="nl-NL" err="1"/>
              <a:t>to</a:t>
            </a:r>
            <a:r>
              <a:rPr lang="nl-NL"/>
              <a:t> data storytelling:</a:t>
            </a:r>
            <a:br>
              <a:rPr lang="nl-NL"/>
            </a:br>
            <a:r>
              <a:rPr lang="nl-NL"/>
              <a:t>The data storytelling </a:t>
            </a:r>
            <a:r>
              <a:rPr lang="nl-NL" err="1"/>
              <a:t>pyramid</a:t>
            </a:r>
            <a:endParaRPr lang="nl-NL"/>
          </a:p>
        </p:txBody>
      </p:sp>
      <p:pic>
        <p:nvPicPr>
          <p:cNvPr id="5" name="Tijdelijke aanduiding voor inhoud 4">
            <a:extLst>
              <a:ext uri="{FF2B5EF4-FFF2-40B4-BE49-F238E27FC236}">
                <a16:creationId xmlns:a16="http://schemas.microsoft.com/office/drawing/2014/main" id="{C1DDB454-718F-4D1D-894A-701B95F1DF69}"/>
              </a:ext>
            </a:extLst>
          </p:cNvPr>
          <p:cNvPicPr>
            <a:picLocks noGrp="1" noChangeAspect="1"/>
          </p:cNvPicPr>
          <p:nvPr>
            <p:ph idx="1"/>
          </p:nvPr>
        </p:nvPicPr>
        <p:blipFill>
          <a:blip r:embed="rId3"/>
          <a:stretch>
            <a:fillRect/>
          </a:stretch>
        </p:blipFill>
        <p:spPr>
          <a:xfrm>
            <a:off x="2321432" y="1601836"/>
            <a:ext cx="7411484" cy="3343742"/>
          </a:xfrm>
          <a:prstGeom prst="rect">
            <a:avLst/>
          </a:prstGeom>
        </p:spPr>
      </p:pic>
      <p:sp>
        <p:nvSpPr>
          <p:cNvPr id="8" name="Tijdelijke aanduiding voor inhoud 2">
            <a:extLst>
              <a:ext uri="{FF2B5EF4-FFF2-40B4-BE49-F238E27FC236}">
                <a16:creationId xmlns:a16="http://schemas.microsoft.com/office/drawing/2014/main" id="{B0608736-B06C-4DDE-EEA2-B98DFCAC472F}"/>
              </a:ext>
            </a:extLst>
          </p:cNvPr>
          <p:cNvSpPr txBox="1">
            <a:spLocks/>
          </p:cNvSpPr>
          <p:nvPr/>
        </p:nvSpPr>
        <p:spPr>
          <a:xfrm>
            <a:off x="599768" y="4945577"/>
            <a:ext cx="9270800" cy="1760023"/>
          </a:xfrm>
          <a:prstGeom prst="rect">
            <a:avLst/>
          </a:prstGeom>
        </p:spPr>
        <p:txBody>
          <a:bodyPr vert="horz" lIns="91440" tIns="45720" rIns="91440" bIns="45720" rtlCol="0">
            <a:normAutofit fontScale="70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b="1"/>
              <a:t>Resolution:</a:t>
            </a:r>
            <a:r>
              <a:rPr lang="en-US"/>
              <a:t> The resolution of the story comes in terms of the next steps that need to be taken. It lies in answering the question, </a:t>
            </a:r>
            <a:r>
              <a:rPr lang="en-US" b="1" i="1"/>
              <a:t>what do we do about it?</a:t>
            </a:r>
            <a:r>
              <a:rPr lang="en-US"/>
              <a:t> </a:t>
            </a:r>
          </a:p>
          <a:p>
            <a:pPr marL="0" indent="0">
              <a:buNone/>
            </a:pPr>
            <a:r>
              <a:rPr lang="en-US"/>
              <a:t>Now that you have convinced your audience about the credibility and importance of your insight, it is important to bring the story full circle by discussing what direction to take in light of what the data has shown. This gears our data story towards action, and prevents it from becoming just another “nice” or “interesting” story that is shortly forgotten. </a:t>
            </a:r>
            <a:endParaRPr lang="nl-NL"/>
          </a:p>
        </p:txBody>
      </p:sp>
      <p:pic>
        <p:nvPicPr>
          <p:cNvPr id="6" name="Afbeelding 5">
            <a:extLst>
              <a:ext uri="{FF2B5EF4-FFF2-40B4-BE49-F238E27FC236}">
                <a16:creationId xmlns:a16="http://schemas.microsoft.com/office/drawing/2014/main" id="{C1B38F36-2E65-8FFC-CF34-0B74EAB0D351}"/>
              </a:ext>
            </a:extLst>
          </p:cNvPr>
          <p:cNvPicPr>
            <a:picLocks noChangeAspect="1"/>
          </p:cNvPicPr>
          <p:nvPr/>
        </p:nvPicPr>
        <p:blipFill>
          <a:blip r:embed="rId4"/>
          <a:stretch>
            <a:fillRect/>
          </a:stretch>
        </p:blipFill>
        <p:spPr>
          <a:xfrm>
            <a:off x="9732916" y="4482178"/>
            <a:ext cx="2093784" cy="2010697"/>
          </a:xfrm>
          <a:prstGeom prst="rect">
            <a:avLst/>
          </a:prstGeom>
        </p:spPr>
      </p:pic>
    </p:spTree>
    <p:extLst>
      <p:ext uri="{BB962C8B-B14F-4D97-AF65-F5344CB8AC3E}">
        <p14:creationId xmlns:p14="http://schemas.microsoft.com/office/powerpoint/2010/main" val="229571195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E2E003F-4255-2B87-46A1-02F875EB9272}"/>
              </a:ext>
            </a:extLst>
          </p:cNvPr>
          <p:cNvSpPr>
            <a:spLocks noGrp="1"/>
          </p:cNvSpPr>
          <p:nvPr>
            <p:ph type="title"/>
          </p:nvPr>
        </p:nvSpPr>
        <p:spPr/>
        <p:txBody>
          <a:bodyPr/>
          <a:lstStyle/>
          <a:p>
            <a:r>
              <a:rPr lang="nl-NL" err="1"/>
              <a:t>Other</a:t>
            </a:r>
            <a:r>
              <a:rPr lang="nl-NL"/>
              <a:t> types of story </a:t>
            </a:r>
            <a:r>
              <a:rPr lang="nl-NL" err="1"/>
              <a:t>structure</a:t>
            </a:r>
            <a:endParaRPr lang="nl-NL"/>
          </a:p>
        </p:txBody>
      </p:sp>
      <p:sp>
        <p:nvSpPr>
          <p:cNvPr id="3" name="Tijdelijke aanduiding voor inhoud 2">
            <a:extLst>
              <a:ext uri="{FF2B5EF4-FFF2-40B4-BE49-F238E27FC236}">
                <a16:creationId xmlns:a16="http://schemas.microsoft.com/office/drawing/2014/main" id="{69C01250-668F-880C-5DB6-4035254380D2}"/>
              </a:ext>
            </a:extLst>
          </p:cNvPr>
          <p:cNvSpPr>
            <a:spLocks noGrp="1"/>
          </p:cNvSpPr>
          <p:nvPr>
            <p:ph idx="1"/>
          </p:nvPr>
        </p:nvSpPr>
        <p:spPr>
          <a:xfrm>
            <a:off x="838200" y="1825625"/>
            <a:ext cx="10515600" cy="4667250"/>
          </a:xfrm>
        </p:spPr>
        <p:txBody>
          <a:bodyPr>
            <a:normAutofit fontScale="92500" lnSpcReduction="20000"/>
          </a:bodyPr>
          <a:lstStyle/>
          <a:p>
            <a:r>
              <a:rPr lang="nl-NL" err="1"/>
              <a:t>Many</a:t>
            </a:r>
            <a:r>
              <a:rPr lang="nl-NL"/>
              <a:t> of these </a:t>
            </a:r>
            <a:r>
              <a:rPr lang="nl-NL" err="1"/>
              <a:t>can</a:t>
            </a:r>
            <a:r>
              <a:rPr lang="nl-NL"/>
              <a:t> </a:t>
            </a:r>
            <a:r>
              <a:rPr lang="nl-NL" err="1"/>
              <a:t>be</a:t>
            </a:r>
            <a:r>
              <a:rPr lang="nl-NL"/>
              <a:t> </a:t>
            </a:r>
            <a:r>
              <a:rPr lang="nl-NL" err="1"/>
              <a:t>mapped</a:t>
            </a:r>
            <a:r>
              <a:rPr lang="nl-NL"/>
              <a:t> </a:t>
            </a:r>
            <a:r>
              <a:rPr lang="nl-NL" err="1"/>
              <a:t>alongside</a:t>
            </a:r>
            <a:r>
              <a:rPr lang="nl-NL"/>
              <a:t> </a:t>
            </a:r>
            <a:r>
              <a:rPr lang="nl-NL" err="1"/>
              <a:t>our</a:t>
            </a:r>
            <a:r>
              <a:rPr lang="nl-NL"/>
              <a:t> data storytelling </a:t>
            </a:r>
            <a:r>
              <a:rPr lang="nl-NL" err="1"/>
              <a:t>pyramid</a:t>
            </a:r>
            <a:r>
              <a:rPr lang="nl-NL"/>
              <a:t> model:</a:t>
            </a:r>
          </a:p>
          <a:p>
            <a:endParaRPr lang="nl-NL"/>
          </a:p>
          <a:p>
            <a:endParaRPr lang="nl-NL"/>
          </a:p>
          <a:p>
            <a:endParaRPr lang="nl-NL"/>
          </a:p>
          <a:p>
            <a:endParaRPr lang="nl-NL"/>
          </a:p>
          <a:p>
            <a:endParaRPr lang="nl-NL"/>
          </a:p>
          <a:p>
            <a:pPr marL="0" indent="0">
              <a:buNone/>
            </a:pPr>
            <a:endParaRPr lang="nl-NL"/>
          </a:p>
          <a:p>
            <a:r>
              <a:rPr lang="nl-NL"/>
              <a:t>Plot-twist-</a:t>
            </a:r>
            <a:r>
              <a:rPr lang="nl-NL" err="1"/>
              <a:t>ending</a:t>
            </a:r>
            <a:endParaRPr lang="nl-NL"/>
          </a:p>
          <a:p>
            <a:pPr lvl="1"/>
            <a:r>
              <a:rPr lang="nl-NL"/>
              <a:t>Plot: </a:t>
            </a:r>
            <a:r>
              <a:rPr lang="nl-NL" err="1"/>
              <a:t>what</a:t>
            </a:r>
            <a:r>
              <a:rPr lang="nl-NL"/>
              <a:t> is </a:t>
            </a:r>
            <a:r>
              <a:rPr lang="nl-NL" err="1"/>
              <a:t>the</a:t>
            </a:r>
            <a:r>
              <a:rPr lang="nl-NL"/>
              <a:t> context </a:t>
            </a:r>
            <a:r>
              <a:rPr lang="nl-NL" err="1"/>
              <a:t>that</a:t>
            </a:r>
            <a:r>
              <a:rPr lang="nl-NL"/>
              <a:t> is </a:t>
            </a:r>
            <a:r>
              <a:rPr lang="nl-NL" err="1"/>
              <a:t>necessary</a:t>
            </a:r>
            <a:r>
              <a:rPr lang="nl-NL"/>
              <a:t>?</a:t>
            </a:r>
          </a:p>
          <a:p>
            <a:pPr lvl="1"/>
            <a:r>
              <a:rPr lang="nl-NL"/>
              <a:t>Twist: </a:t>
            </a:r>
            <a:r>
              <a:rPr lang="nl-NL" err="1"/>
              <a:t>what</a:t>
            </a:r>
            <a:r>
              <a:rPr lang="nl-NL"/>
              <a:t> is </a:t>
            </a:r>
            <a:r>
              <a:rPr lang="nl-NL" err="1"/>
              <a:t>interesting</a:t>
            </a:r>
            <a:r>
              <a:rPr lang="nl-NL"/>
              <a:t> </a:t>
            </a:r>
            <a:r>
              <a:rPr lang="nl-NL" err="1"/>
              <a:t>about</a:t>
            </a:r>
            <a:r>
              <a:rPr lang="nl-NL"/>
              <a:t> </a:t>
            </a:r>
            <a:r>
              <a:rPr lang="nl-NL" err="1"/>
              <a:t>what</a:t>
            </a:r>
            <a:r>
              <a:rPr lang="nl-NL"/>
              <a:t> </a:t>
            </a:r>
            <a:r>
              <a:rPr lang="nl-NL" err="1"/>
              <a:t>the</a:t>
            </a:r>
            <a:r>
              <a:rPr lang="nl-NL"/>
              <a:t> data shows?</a:t>
            </a:r>
          </a:p>
          <a:p>
            <a:pPr lvl="1"/>
            <a:r>
              <a:rPr lang="nl-NL" err="1"/>
              <a:t>Ending</a:t>
            </a:r>
            <a:r>
              <a:rPr lang="nl-NL"/>
              <a:t>: </a:t>
            </a:r>
            <a:r>
              <a:rPr lang="nl-NL" err="1"/>
              <a:t>what</a:t>
            </a:r>
            <a:r>
              <a:rPr lang="nl-NL"/>
              <a:t> action </a:t>
            </a:r>
            <a:r>
              <a:rPr lang="nl-NL" err="1"/>
              <a:t>should</a:t>
            </a:r>
            <a:r>
              <a:rPr lang="nl-NL"/>
              <a:t> </a:t>
            </a:r>
            <a:r>
              <a:rPr lang="nl-NL" err="1"/>
              <a:t>your</a:t>
            </a:r>
            <a:r>
              <a:rPr lang="nl-NL"/>
              <a:t> </a:t>
            </a:r>
            <a:r>
              <a:rPr lang="nl-NL" err="1"/>
              <a:t>adience</a:t>
            </a:r>
            <a:r>
              <a:rPr lang="nl-NL"/>
              <a:t> take?</a:t>
            </a:r>
          </a:p>
          <a:p>
            <a:pPr marL="0" indent="0">
              <a:buNone/>
            </a:pPr>
            <a:endParaRPr lang="nl-NL"/>
          </a:p>
          <a:p>
            <a:endParaRPr lang="nl-NL"/>
          </a:p>
          <a:p>
            <a:endParaRPr lang="nl-NL"/>
          </a:p>
        </p:txBody>
      </p:sp>
      <p:pic>
        <p:nvPicPr>
          <p:cNvPr id="5" name="Afbeelding 4">
            <a:extLst>
              <a:ext uri="{FF2B5EF4-FFF2-40B4-BE49-F238E27FC236}">
                <a16:creationId xmlns:a16="http://schemas.microsoft.com/office/drawing/2014/main" id="{A8FA3566-9342-C0D1-74F8-6CB667BB3D4D}"/>
              </a:ext>
            </a:extLst>
          </p:cNvPr>
          <p:cNvPicPr>
            <a:picLocks noChangeAspect="1"/>
          </p:cNvPicPr>
          <p:nvPr/>
        </p:nvPicPr>
        <p:blipFill>
          <a:blip r:embed="rId3"/>
          <a:stretch>
            <a:fillRect/>
          </a:stretch>
        </p:blipFill>
        <p:spPr>
          <a:xfrm>
            <a:off x="2390258" y="2517238"/>
            <a:ext cx="7411484" cy="2181529"/>
          </a:xfrm>
          <a:prstGeom prst="rect">
            <a:avLst/>
          </a:prstGeom>
        </p:spPr>
      </p:pic>
    </p:spTree>
    <p:extLst>
      <p:ext uri="{BB962C8B-B14F-4D97-AF65-F5344CB8AC3E}">
        <p14:creationId xmlns:p14="http://schemas.microsoft.com/office/powerpoint/2010/main" val="158820004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ABBEBB-0643-5175-25E9-4484FE564D9B}"/>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5FC2CC8A-9B0A-FD67-53BD-36714DD9744D}"/>
              </a:ext>
            </a:extLst>
          </p:cNvPr>
          <p:cNvSpPr>
            <a:spLocks noGrp="1"/>
          </p:cNvSpPr>
          <p:nvPr>
            <p:ph type="title"/>
          </p:nvPr>
        </p:nvSpPr>
        <p:spPr/>
        <p:txBody>
          <a:bodyPr/>
          <a:lstStyle/>
          <a:p>
            <a:r>
              <a:rPr lang="nl-NL" err="1"/>
              <a:t>When</a:t>
            </a:r>
            <a:r>
              <a:rPr lang="nl-NL"/>
              <a:t> </a:t>
            </a:r>
            <a:r>
              <a:rPr lang="nl-NL" err="1"/>
              <a:t>to</a:t>
            </a:r>
            <a:r>
              <a:rPr lang="nl-NL"/>
              <a:t> </a:t>
            </a:r>
            <a:r>
              <a:rPr lang="nl-NL" err="1"/>
              <a:t>apply</a:t>
            </a:r>
            <a:r>
              <a:rPr lang="nl-NL"/>
              <a:t> storytelling?</a:t>
            </a:r>
          </a:p>
        </p:txBody>
      </p:sp>
      <p:sp>
        <p:nvSpPr>
          <p:cNvPr id="3" name="Tijdelijke aanduiding voor inhoud 2">
            <a:extLst>
              <a:ext uri="{FF2B5EF4-FFF2-40B4-BE49-F238E27FC236}">
                <a16:creationId xmlns:a16="http://schemas.microsoft.com/office/drawing/2014/main" id="{C1CD1ABD-9EEE-3E2F-3EBB-4650169709C4}"/>
              </a:ext>
            </a:extLst>
          </p:cNvPr>
          <p:cNvSpPr>
            <a:spLocks noGrp="1"/>
          </p:cNvSpPr>
          <p:nvPr>
            <p:ph idx="1"/>
          </p:nvPr>
        </p:nvSpPr>
        <p:spPr/>
        <p:txBody>
          <a:bodyPr>
            <a:normAutofit/>
          </a:bodyPr>
          <a:lstStyle/>
          <a:p>
            <a:r>
              <a:rPr lang="nl-NL" err="1"/>
              <a:t>Not</a:t>
            </a:r>
            <a:r>
              <a:rPr lang="nl-NL"/>
              <a:t> </a:t>
            </a:r>
            <a:r>
              <a:rPr lang="nl-NL" err="1"/>
              <a:t>all</a:t>
            </a:r>
            <a:r>
              <a:rPr lang="nl-NL"/>
              <a:t> </a:t>
            </a:r>
            <a:r>
              <a:rPr lang="nl-NL" err="1"/>
              <a:t>insights</a:t>
            </a:r>
            <a:r>
              <a:rPr lang="nl-NL"/>
              <a:t> </a:t>
            </a:r>
            <a:r>
              <a:rPr lang="nl-NL" err="1"/>
              <a:t>require</a:t>
            </a:r>
            <a:r>
              <a:rPr lang="nl-NL"/>
              <a:t> a story</a:t>
            </a:r>
          </a:p>
          <a:p>
            <a:r>
              <a:rPr lang="nl-NL" err="1"/>
              <a:t>Employ</a:t>
            </a:r>
            <a:r>
              <a:rPr lang="nl-NL"/>
              <a:t> </a:t>
            </a:r>
            <a:r>
              <a:rPr lang="nl-NL" err="1"/>
              <a:t>strategically</a:t>
            </a:r>
            <a:r>
              <a:rPr lang="nl-NL"/>
              <a:t>, </a:t>
            </a:r>
            <a:r>
              <a:rPr lang="nl-NL" err="1"/>
              <a:t>for</a:t>
            </a:r>
            <a:r>
              <a:rPr lang="nl-NL"/>
              <a:t> </a:t>
            </a:r>
            <a:r>
              <a:rPr lang="nl-NL" err="1"/>
              <a:t>only</a:t>
            </a:r>
            <a:r>
              <a:rPr lang="nl-NL"/>
              <a:t> </a:t>
            </a:r>
            <a:r>
              <a:rPr lang="nl-NL" err="1"/>
              <a:t>the</a:t>
            </a:r>
            <a:r>
              <a:rPr lang="nl-NL"/>
              <a:t> most important </a:t>
            </a:r>
            <a:r>
              <a:rPr lang="nl-NL" err="1"/>
              <a:t>insights</a:t>
            </a:r>
            <a:endParaRPr lang="nl-NL"/>
          </a:p>
          <a:p>
            <a:endParaRPr lang="nl-NL"/>
          </a:p>
          <a:p>
            <a:endParaRPr lang="nl-NL"/>
          </a:p>
          <a:p>
            <a:endParaRPr lang="nl-NL"/>
          </a:p>
          <a:p>
            <a:endParaRPr lang="nl-NL"/>
          </a:p>
          <a:p>
            <a:endParaRPr lang="nl-NL"/>
          </a:p>
          <a:p>
            <a:endParaRPr lang="nl-NL"/>
          </a:p>
          <a:p>
            <a:endParaRPr lang="nl-NL"/>
          </a:p>
          <a:p>
            <a:endParaRPr lang="nl-NL"/>
          </a:p>
          <a:p>
            <a:pPr marL="0" indent="0">
              <a:buNone/>
            </a:pPr>
            <a:endParaRPr lang="nl-NL"/>
          </a:p>
          <a:p>
            <a:endParaRPr lang="nl-NL"/>
          </a:p>
          <a:p>
            <a:endParaRPr lang="nl-NL"/>
          </a:p>
        </p:txBody>
      </p:sp>
      <p:pic>
        <p:nvPicPr>
          <p:cNvPr id="9" name="Afbeelding 8">
            <a:extLst>
              <a:ext uri="{FF2B5EF4-FFF2-40B4-BE49-F238E27FC236}">
                <a16:creationId xmlns:a16="http://schemas.microsoft.com/office/drawing/2014/main" id="{1D4ED7F8-38E0-0DEB-995B-37F21C48139A}"/>
              </a:ext>
            </a:extLst>
          </p:cNvPr>
          <p:cNvPicPr>
            <a:picLocks noChangeAspect="1"/>
          </p:cNvPicPr>
          <p:nvPr/>
        </p:nvPicPr>
        <p:blipFill>
          <a:blip r:embed="rId3"/>
          <a:stretch>
            <a:fillRect/>
          </a:stretch>
        </p:blipFill>
        <p:spPr>
          <a:xfrm>
            <a:off x="3339831" y="3044344"/>
            <a:ext cx="5315692" cy="3448531"/>
          </a:xfrm>
          <a:prstGeom prst="rect">
            <a:avLst/>
          </a:prstGeom>
        </p:spPr>
      </p:pic>
    </p:spTree>
    <p:extLst>
      <p:ext uri="{BB962C8B-B14F-4D97-AF65-F5344CB8AC3E}">
        <p14:creationId xmlns:p14="http://schemas.microsoft.com/office/powerpoint/2010/main" val="101100961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751A760-9B23-A455-66F5-C971DB098CBB}"/>
              </a:ext>
            </a:extLst>
          </p:cNvPr>
          <p:cNvSpPr>
            <a:spLocks noGrp="1"/>
          </p:cNvSpPr>
          <p:nvPr>
            <p:ph type="title"/>
          </p:nvPr>
        </p:nvSpPr>
        <p:spPr/>
        <p:txBody>
          <a:bodyPr/>
          <a:lstStyle/>
          <a:p>
            <a:r>
              <a:rPr lang="nl-NL" err="1"/>
              <a:t>Conclusion</a:t>
            </a:r>
            <a:endParaRPr lang="nl-NL"/>
          </a:p>
        </p:txBody>
      </p:sp>
      <p:sp>
        <p:nvSpPr>
          <p:cNvPr id="3" name="Tijdelijke aanduiding voor inhoud 2">
            <a:extLst>
              <a:ext uri="{FF2B5EF4-FFF2-40B4-BE49-F238E27FC236}">
                <a16:creationId xmlns:a16="http://schemas.microsoft.com/office/drawing/2014/main" id="{C9018CC4-213F-DA07-5FA1-C4C28E6A8B6F}"/>
              </a:ext>
            </a:extLst>
          </p:cNvPr>
          <p:cNvSpPr>
            <a:spLocks noGrp="1"/>
          </p:cNvSpPr>
          <p:nvPr>
            <p:ph idx="1"/>
          </p:nvPr>
        </p:nvSpPr>
        <p:spPr/>
        <p:txBody>
          <a:bodyPr/>
          <a:lstStyle/>
          <a:p>
            <a:r>
              <a:rPr lang="en-US"/>
              <a:t>To conclude, storytelling can be a powerful tool when used strategically to convey the right type of insights. </a:t>
            </a:r>
          </a:p>
          <a:p>
            <a:r>
              <a:rPr lang="en-US"/>
              <a:t>While data visualization is an essential part of the storytelling journey, the latter involves an essential narrative element that is missing from simple visualization. This lends emotional depth that can help the audience become invested in and ultimately convinced by our story.  </a:t>
            </a:r>
            <a:endParaRPr lang="nl-NL"/>
          </a:p>
        </p:txBody>
      </p:sp>
    </p:spTree>
    <p:extLst>
      <p:ext uri="{BB962C8B-B14F-4D97-AF65-F5344CB8AC3E}">
        <p14:creationId xmlns:p14="http://schemas.microsoft.com/office/powerpoint/2010/main" val="167582149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1C68198-410B-E60F-3FAE-348DE0A24909}"/>
              </a:ext>
            </a:extLst>
          </p:cNvPr>
          <p:cNvSpPr>
            <a:spLocks noGrp="1"/>
          </p:cNvSpPr>
          <p:nvPr>
            <p:ph type="title"/>
          </p:nvPr>
        </p:nvSpPr>
        <p:spPr/>
        <p:txBody>
          <a:bodyPr/>
          <a:lstStyle/>
          <a:p>
            <a:r>
              <a:rPr lang="nl-NL" err="1"/>
              <a:t>References</a:t>
            </a:r>
            <a:endParaRPr lang="nl-NL"/>
          </a:p>
        </p:txBody>
      </p:sp>
      <p:sp>
        <p:nvSpPr>
          <p:cNvPr id="3" name="Tijdelijke aanduiding voor inhoud 2">
            <a:extLst>
              <a:ext uri="{FF2B5EF4-FFF2-40B4-BE49-F238E27FC236}">
                <a16:creationId xmlns:a16="http://schemas.microsoft.com/office/drawing/2014/main" id="{9E02FD43-797C-98AA-3EAB-5FB861AAA4F7}"/>
              </a:ext>
            </a:extLst>
          </p:cNvPr>
          <p:cNvSpPr>
            <a:spLocks noGrp="1"/>
          </p:cNvSpPr>
          <p:nvPr>
            <p:ph idx="1"/>
          </p:nvPr>
        </p:nvSpPr>
        <p:spPr/>
        <p:txBody>
          <a:bodyPr/>
          <a:lstStyle/>
          <a:p>
            <a:r>
              <a:rPr lang="en-US"/>
              <a:t>Data Storytelling vs Data Visualization:</a:t>
            </a:r>
          </a:p>
          <a:p>
            <a:r>
              <a:rPr lang="nl-NL">
                <a:hlinkClick r:id="rId2"/>
              </a:rPr>
              <a:t>https://inforiver.com/insights/data-storytelling-vs-data-visualization/</a:t>
            </a:r>
            <a:r>
              <a:rPr lang="nl-NL"/>
              <a:t> </a:t>
            </a:r>
          </a:p>
        </p:txBody>
      </p:sp>
    </p:spTree>
    <p:extLst>
      <p:ext uri="{BB962C8B-B14F-4D97-AF65-F5344CB8AC3E}">
        <p14:creationId xmlns:p14="http://schemas.microsoft.com/office/powerpoint/2010/main" val="3337740386"/>
      </p:ext>
    </p:extLst>
  </p:cSld>
  <p:clrMapOvr>
    <a:masterClrMapping/>
  </p:clrMapOvr>
</p:sld>
</file>

<file path=ppt/theme/theme1.xml><?xml version="1.0" encoding="utf-8"?>
<a:theme xmlns:a="http://schemas.openxmlformats.org/drawingml/2006/main" name="Kantoorthema">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Kantoorthema">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1866</Words>
  <Application>Microsoft Office PowerPoint</Application>
  <PresentationFormat>Breedbeeld</PresentationFormat>
  <Paragraphs>131</Paragraphs>
  <Slides>21</Slides>
  <Notes>17</Notes>
  <HiddenSlides>0</HiddenSlides>
  <MMClips>0</MMClips>
  <ScaleCrop>false</ScaleCrop>
  <HeadingPairs>
    <vt:vector size="6" baseType="variant">
      <vt:variant>
        <vt:lpstr>Gebruikte lettertypen</vt:lpstr>
      </vt:variant>
      <vt:variant>
        <vt:i4>3</vt:i4>
      </vt:variant>
      <vt:variant>
        <vt:lpstr>Thema</vt:lpstr>
      </vt:variant>
      <vt:variant>
        <vt:i4>1</vt:i4>
      </vt:variant>
      <vt:variant>
        <vt:lpstr>Diatitels</vt:lpstr>
      </vt:variant>
      <vt:variant>
        <vt:i4>21</vt:i4>
      </vt:variant>
    </vt:vector>
  </HeadingPairs>
  <TitlesOfParts>
    <vt:vector size="25" baseType="lpstr">
      <vt:lpstr>Aptos</vt:lpstr>
      <vt:lpstr>Aptos Display</vt:lpstr>
      <vt:lpstr>Arial</vt:lpstr>
      <vt:lpstr>Kantoorthema</vt:lpstr>
      <vt:lpstr>Announcements</vt:lpstr>
      <vt:lpstr>Story telling using R</vt:lpstr>
      <vt:lpstr>Storytelling vs data visualization</vt:lpstr>
      <vt:lpstr>With storytelling, we already have a central insight which we want to elucidate. </vt:lpstr>
      <vt:lpstr>With storytelling, we already have a central insight which we want to elucidate. </vt:lpstr>
      <vt:lpstr>Attention to a single insight is one of the characteristics of a good story</vt:lpstr>
      <vt:lpstr>How to accomplish this using R</vt:lpstr>
      <vt:lpstr>A narrative structure sets storytelling apart from just visualization</vt:lpstr>
      <vt:lpstr>Why apply narrative structure to data?</vt:lpstr>
      <vt:lpstr>Freytag’s pyramid</vt:lpstr>
      <vt:lpstr>Understand Freytag’s pyramid using the story of Hans and Gretel</vt:lpstr>
      <vt:lpstr>Apply Freytag’s pyramid to data storytelling: The data storytelling pyramid</vt:lpstr>
      <vt:lpstr>Apply Freytag’s pyramid to data storytelling: The data storytelling pyramid</vt:lpstr>
      <vt:lpstr>Apply Freytag’s pyramid to data storytelling: The data storytelling pyramid</vt:lpstr>
      <vt:lpstr>Apply Freytag’s pyramid to data storytelling: The data storytelling pyramid</vt:lpstr>
      <vt:lpstr>Apply Freytag’s pyramid to data storytelling: The data storytelling pyramid</vt:lpstr>
      <vt:lpstr>Apply Freytag’s pyramid to data storytelling: The data storytelling pyramid</vt:lpstr>
      <vt:lpstr>Other types of story structure</vt:lpstr>
      <vt:lpstr>When to apply storytelling?</vt:lpstr>
      <vt:lpstr>Conclusion</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Postema, M.C. (Merel)</dc:creator>
  <cp:lastModifiedBy>Postema, M.C. (Merel)</cp:lastModifiedBy>
  <cp:revision>1</cp:revision>
  <dcterms:created xsi:type="dcterms:W3CDTF">2026-02-03T08:13:32Z</dcterms:created>
  <dcterms:modified xsi:type="dcterms:W3CDTF">2026-02-11T08:56:57Z</dcterms:modified>
</cp:coreProperties>
</file>